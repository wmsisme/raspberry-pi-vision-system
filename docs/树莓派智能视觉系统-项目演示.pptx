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7" Type="http://schemas.openxmlformats.org/officeDocument/2006/relationships/image" Target="../media/image3.svg"/><Relationship Id="rId16" Type="http://schemas.openxmlformats.org/officeDocument/2006/relationships/image" Target="../media/image2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4.jpe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6.png"/><Relationship Id="rId4" Type="http://schemas.openxmlformats.org/officeDocument/2006/relationships/tags" Target="../tags/tag29.xml"/><Relationship Id="rId3" Type="http://schemas.openxmlformats.org/officeDocument/2006/relationships/image" Target="../media/image5.jpeg"/><Relationship Id="rId2" Type="http://schemas.openxmlformats.org/officeDocument/2006/relationships/tags" Target="../tags/tag28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7.jpeg"/><Relationship Id="rId2" Type="http://schemas.openxmlformats.org/officeDocument/2006/relationships/tags" Target="../tags/tag69.xml"/><Relationship Id="rId17" Type="http://schemas.openxmlformats.org/officeDocument/2006/relationships/image" Target="../media/image8.svg"/><Relationship Id="rId16" Type="http://schemas.openxmlformats.org/officeDocument/2006/relationships/image" Target="../media/image2.png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11430" y="0"/>
            <a:ext cx="9132570" cy="5130165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11430" y="0"/>
            <a:ext cx="5484971" cy="5143500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2" name="任意多边形 45"/>
          <p:cNvSpPr/>
          <p:nvPr userDrawn="1">
            <p:custDataLst>
              <p:tags r:id="rId5"/>
            </p:custDataLst>
          </p:nvPr>
        </p:nvSpPr>
        <p:spPr>
          <a:xfrm>
            <a:off x="628650" y="1026795"/>
            <a:ext cx="783000" cy="54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-476" y="4061460"/>
            <a:ext cx="9144476" cy="108204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481965" y="3836194"/>
            <a:ext cx="777716" cy="230981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732473" y="3947636"/>
            <a:ext cx="265748" cy="2657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等腰三角形 20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829151" y="4055745"/>
            <a:ext cx="72390" cy="4953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628650" y="1146334"/>
            <a:ext cx="4177665" cy="1495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5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628650" y="2713673"/>
            <a:ext cx="4177665" cy="372428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5426393" y="4378166"/>
            <a:ext cx="3717608" cy="46386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9525"/>
            <a:ext cx="9143524" cy="5133975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3" name="图片 3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email">
            <a:alphaModFix amt="24000"/>
            <a:lum bright="24000" contrast="66000"/>
          </a:blip>
          <a:srcRect/>
          <a:stretch>
            <a:fillRect/>
          </a:stretch>
        </p:blipFill>
        <p:spPr>
          <a:xfrm rot="10800000">
            <a:off x="-5715" y="-4762"/>
            <a:ext cx="9143048" cy="514302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0" name="任意多边形 39"/>
          <p:cNvSpPr/>
          <p:nvPr userDrawn="1">
            <p:custDataLst>
              <p:tags r:id="rId5"/>
            </p:custDataLst>
          </p:nvPr>
        </p:nvSpPr>
        <p:spPr>
          <a:xfrm>
            <a:off x="-476" y="-4286"/>
            <a:ext cx="9144476" cy="514254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71">
                <a:moveTo>
                  <a:pt x="0" y="0"/>
                </a:moveTo>
                <a:lnTo>
                  <a:pt x="19200" y="0"/>
                </a:lnTo>
                <a:lnTo>
                  <a:pt x="19200" y="10871"/>
                </a:lnTo>
                <a:lnTo>
                  <a:pt x="0" y="108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800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5" name="任意多边形 35"/>
          <p:cNvSpPr/>
          <p:nvPr userDrawn="1">
            <p:custDataLst>
              <p:tags r:id="rId6"/>
            </p:custDataLst>
          </p:nvPr>
        </p:nvSpPr>
        <p:spPr>
          <a:xfrm>
            <a:off x="638651" y="1262063"/>
            <a:ext cx="783000" cy="54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noFill/>
              <a:latin typeface="+mn-ea"/>
              <a:sym typeface="MiSans Normal" panose="00000500000000000000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-476" y="4558189"/>
            <a:ext cx="9144476" cy="584835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67929" y="423900"/>
            <a:ext cx="2160000" cy="810816"/>
          </a:xfrm>
        </p:spPr>
        <p:txBody>
          <a:bodyPr wrap="square" anchor="b">
            <a:normAutofit/>
          </a:bodyPr>
          <a:lstStyle>
            <a:lvl1pPr>
              <a:defRPr sz="450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>
            <a:off x="0" y="0"/>
            <a:ext cx="9144000" cy="5143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6" name="图片 35" descr="图片2123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email"/>
          <a:srcRect/>
          <a:stretch>
            <a:fillRect/>
          </a:stretch>
        </p:blipFill>
        <p:spPr>
          <a:xfrm>
            <a:off x="850106" y="1225868"/>
            <a:ext cx="7588091" cy="282749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218" h="7254">
                <a:moveTo>
                  <a:pt x="0" y="0"/>
                </a:moveTo>
                <a:lnTo>
                  <a:pt x="16218" y="0"/>
                </a:lnTo>
                <a:lnTo>
                  <a:pt x="16218" y="7254"/>
                </a:lnTo>
                <a:lnTo>
                  <a:pt x="0" y="725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7" name="矩形 36"/>
          <p:cNvSpPr/>
          <p:nvPr userDrawn="1">
            <p:custDataLst>
              <p:tags r:id="rId6"/>
            </p:custDataLst>
          </p:nvPr>
        </p:nvSpPr>
        <p:spPr>
          <a:xfrm>
            <a:off x="850106" y="1227296"/>
            <a:ext cx="7588568" cy="2826068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: 形状 11"/>
          <p:cNvSpPr/>
          <p:nvPr userDrawn="1">
            <p:custDataLst>
              <p:tags r:id="rId7"/>
            </p:custDataLst>
          </p:nvPr>
        </p:nvSpPr>
        <p:spPr>
          <a:xfrm rot="5400000">
            <a:off x="46196" y="2029301"/>
            <a:ext cx="2827496" cy="1220153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54" h="3130">
                <a:moveTo>
                  <a:pt x="3841" y="0"/>
                </a:moveTo>
                <a:cubicBezTo>
                  <a:pt x="4101" y="0"/>
                  <a:pt x="4330" y="130"/>
                  <a:pt x="4468" y="328"/>
                </a:cubicBezTo>
                <a:cubicBezTo>
                  <a:pt x="4597" y="514"/>
                  <a:pt x="4786" y="644"/>
                  <a:pt x="5001" y="705"/>
                </a:cubicBezTo>
                <a:lnTo>
                  <a:pt x="5014" y="709"/>
                </a:lnTo>
                <a:lnTo>
                  <a:pt x="7254" y="709"/>
                </a:lnTo>
                <a:lnTo>
                  <a:pt x="7254" y="3130"/>
                </a:lnTo>
                <a:lnTo>
                  <a:pt x="0" y="3130"/>
                </a:lnTo>
                <a:lnTo>
                  <a:pt x="0" y="709"/>
                </a:lnTo>
                <a:lnTo>
                  <a:pt x="2667" y="709"/>
                </a:lnTo>
                <a:lnTo>
                  <a:pt x="2680" y="705"/>
                </a:lnTo>
                <a:cubicBezTo>
                  <a:pt x="2894" y="644"/>
                  <a:pt x="3084" y="514"/>
                  <a:pt x="3215" y="328"/>
                </a:cubicBezTo>
                <a:cubicBezTo>
                  <a:pt x="3353" y="130"/>
                  <a:pt x="3582" y="0"/>
                  <a:pt x="384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5000"/>
                  <a:lumOff val="35000"/>
                </a:schemeClr>
              </a:gs>
            </a:gsLst>
            <a:lin ang="25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6" name="椭圆 15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rot="5400000">
            <a:off x="1683544" y="2572226"/>
            <a:ext cx="320993" cy="320993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等腰三角形 17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6200000">
            <a:off x="1800225" y="2702719"/>
            <a:ext cx="87630" cy="600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2476024" y="2630329"/>
            <a:ext cx="4089559" cy="1274921"/>
          </a:xfrm>
        </p:spPr>
        <p:txBody>
          <a:bodyPr wrap="square" anchor="t" anchorCtr="0">
            <a:normAutofit/>
          </a:bodyPr>
          <a:lstStyle>
            <a:lvl1pPr algn="l">
              <a:defRPr sz="405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rgbClr val="FFFFFF"/>
                    </a:gs>
                  </a:gsLst>
                  <a:lin ang="162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2474119" y="1666399"/>
            <a:ext cx="4090511" cy="918210"/>
          </a:xfrm>
        </p:spPr>
        <p:txBody>
          <a:bodyPr wrap="none" anchor="b" anchorCtr="0">
            <a:normAutofit/>
          </a:bodyPr>
          <a:lstStyle>
            <a:lvl1pPr marL="0" indent="0" algn="l">
              <a:buNone/>
              <a:defRPr sz="4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-476" y="476"/>
            <a:ext cx="9144476" cy="5134451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4"/>
            </p:custDataLst>
          </p:nvPr>
        </p:nvSpPr>
        <p:spPr>
          <a:xfrm>
            <a:off x="-476" y="476"/>
            <a:ext cx="5492591" cy="5134928"/>
          </a:xfrm>
          <a:prstGeom prst="rect">
            <a:avLst/>
          </a:prstGeom>
          <a:gradFill>
            <a:gsLst>
              <a:gs pos="0">
                <a:srgbClr val="051321"/>
              </a:gs>
              <a:gs pos="100000">
                <a:srgbClr val="051321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45"/>
          <p:cNvSpPr/>
          <p:nvPr userDrawn="1">
            <p:custDataLst>
              <p:tags r:id="rId5"/>
            </p:custDataLst>
          </p:nvPr>
        </p:nvSpPr>
        <p:spPr>
          <a:xfrm>
            <a:off x="628650" y="1026795"/>
            <a:ext cx="783000" cy="54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6"/>
            </p:custDataLst>
          </p:nvPr>
        </p:nvSpPr>
        <p:spPr>
          <a:xfrm>
            <a:off x="0" y="4061460"/>
            <a:ext cx="9144000" cy="1082040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481965" y="3836194"/>
            <a:ext cx="777716" cy="230981"/>
          </a:xfrm>
          <a:custGeom>
            <a:avLst/>
            <a:gdLst>
              <a:gd name="connsiteX0" fmla="*/ 6104525 w 12192000"/>
              <a:gd name="connsiteY0" fmla="*/ 0 h 1862910"/>
              <a:gd name="connsiteX1" fmla="*/ 6405516 w 12192000"/>
              <a:gd name="connsiteY1" fmla="*/ 157480 h 1862910"/>
              <a:gd name="connsiteX2" fmla="*/ 6801756 w 12192000"/>
              <a:gd name="connsiteY2" fmla="*/ 358140 h 1862910"/>
              <a:gd name="connsiteX3" fmla="*/ 7877871 w 12192000"/>
              <a:gd name="connsiteY3" fmla="*/ 358140 h 1862910"/>
              <a:gd name="connsiteX4" fmla="*/ 12192000 w 12192000"/>
              <a:gd name="connsiteY4" fmla="*/ 358140 h 1862910"/>
              <a:gd name="connsiteX5" fmla="*/ 12192000 w 12192000"/>
              <a:gd name="connsiteY5" fmla="*/ 1862910 h 1862910"/>
              <a:gd name="connsiteX6" fmla="*/ 0 w 12192000"/>
              <a:gd name="connsiteY6" fmla="*/ 1862910 h 1862910"/>
              <a:gd name="connsiteX7" fmla="*/ 0 w 12192000"/>
              <a:gd name="connsiteY7" fmla="*/ 358140 h 1862910"/>
              <a:gd name="connsiteX8" fmla="*/ 2547257 w 12192000"/>
              <a:gd name="connsiteY8" fmla="*/ 358140 h 1862910"/>
              <a:gd name="connsiteX9" fmla="*/ 5407296 w 12192000"/>
              <a:gd name="connsiteY9" fmla="*/ 358140 h 1862910"/>
              <a:gd name="connsiteX10" fmla="*/ 5803536 w 12192000"/>
              <a:gd name="connsiteY10" fmla="*/ 157480 h 1862910"/>
              <a:gd name="connsiteX11" fmla="*/ 6104525 w 12192000"/>
              <a:gd name="connsiteY11" fmla="*/ 0 h 1862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45" h="786">
                <a:moveTo>
                  <a:pt x="1323" y="0"/>
                </a:moveTo>
                <a:cubicBezTo>
                  <a:pt x="1608" y="0"/>
                  <a:pt x="1860" y="142"/>
                  <a:pt x="2011" y="360"/>
                </a:cubicBezTo>
                <a:cubicBezTo>
                  <a:pt x="2157" y="570"/>
                  <a:pt x="2374" y="715"/>
                  <a:pt x="2619" y="779"/>
                </a:cubicBezTo>
                <a:lnTo>
                  <a:pt x="2645" y="786"/>
                </a:lnTo>
                <a:lnTo>
                  <a:pt x="0" y="786"/>
                </a:lnTo>
                <a:lnTo>
                  <a:pt x="26" y="779"/>
                </a:lnTo>
                <a:cubicBezTo>
                  <a:pt x="270" y="715"/>
                  <a:pt x="488" y="570"/>
                  <a:pt x="636" y="360"/>
                </a:cubicBezTo>
                <a:cubicBezTo>
                  <a:pt x="787" y="142"/>
                  <a:pt x="1039" y="0"/>
                  <a:pt x="13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732473" y="3947636"/>
            <a:ext cx="265748" cy="26574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127000" dir="2700000" algn="tl" rotWithShape="0">
              <a:srgbClr val="08080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等腰三角形 2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rot="10800000">
            <a:off x="829151" y="4055745"/>
            <a:ext cx="72390" cy="4953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628650" y="1026795"/>
            <a:ext cx="3943350" cy="156543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95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3500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628650" y="2699861"/>
            <a:ext cx="3943350" cy="595789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2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print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5736"/>
          <a:stretch>
            <a:fillRect/>
          </a:stretch>
        </p:blipFill>
        <p:spPr>
          <a:xfrm flipV="1">
            <a:off x="5426393" y="4378166"/>
            <a:ext cx="3717608" cy="46386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806" h="974">
                <a:moveTo>
                  <a:pt x="0" y="0"/>
                </a:moveTo>
                <a:lnTo>
                  <a:pt x="7806" y="0"/>
                </a:lnTo>
                <a:lnTo>
                  <a:pt x="7806" y="974"/>
                </a:lnTo>
                <a:lnTo>
                  <a:pt x="0" y="97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47AEF1"/>
              </a:gs>
            </a:gsLst>
            <a:lin ang="2580000" scaled="0"/>
          </a:gradFill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2" Type="http://schemas.openxmlformats.org/officeDocument/2006/relationships/theme" Target="../theme/theme2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image" Target="../media/image5.jpeg"/><Relationship Id="rId12" Type="http://schemas.openxmlformats.org/officeDocument/2006/relationships/tags" Target="../tags/tag8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cstate="email">
            <a:alphaModFix amt="10000"/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 userDrawn="1">
            <p:custDataLst>
              <p:tags r:id="rId14"/>
            </p:custDataLst>
          </p:nvPr>
        </p:nvSpPr>
        <p:spPr>
          <a:xfrm>
            <a:off x="0" y="4961573"/>
            <a:ext cx="9144000" cy="181928"/>
          </a:xfrm>
          <a:prstGeom prst="rect">
            <a:avLst/>
          </a:prstGeom>
          <a:gradFill>
            <a:gsLst>
              <a:gs pos="16000">
                <a:schemeClr val="accent1"/>
              </a:gs>
              <a:gs pos="100000">
                <a:schemeClr val="accent2">
                  <a:lumMod val="65000"/>
                  <a:lumOff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2" name="任意多边形 45"/>
          <p:cNvSpPr/>
          <p:nvPr userDrawn="1">
            <p:custDataLst>
              <p:tags r:id="rId15"/>
            </p:custDataLst>
          </p:nvPr>
        </p:nvSpPr>
        <p:spPr>
          <a:xfrm>
            <a:off x="534353" y="866299"/>
            <a:ext cx="783000" cy="54000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solidFill>
                <a:srgbClr val="FFFFFF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4" Type="http://schemas.openxmlformats.org/officeDocument/2006/relationships/notesSlide" Target="../notesSlides/notesSlide2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树莓派智能视觉系统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YOLOv11 + DashScope Qwen-VL 的边缘智能视觉平台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1371600" y="301752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智能嵌入技术期末大作业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面向真实场景的边缘视觉智能系统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67055" y="1280160"/>
            <a:ext cx="34734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097280" y="126187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项目背景与选题</a:t>
            </a:r>
            <a:endParaRPr lang="en-US" sz="16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97280" y="1508760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为什么要做这个系统？解决什么真实问题？</a:t>
            </a:r>
            <a:endParaRPr lang="en-US" sz="110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548640" y="1755648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48640" y="17556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1097280" y="173736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97280" y="1984248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本地感知 + 云端理解的协同架构</a:t>
            </a:r>
            <a:endParaRPr lang="en-US" sz="1100" dirty="0"/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548640" y="2231136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548640" y="223113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1097280" y="221284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1097280" y="2459736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YOLOv11、DashScope Qwen-VL、Streamlit</a:t>
            </a:r>
            <a:endParaRPr lang="en-US" sz="1100" dirty="0"/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548640" y="2706624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548640" y="27066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1097280" y="268833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功能模块展示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1097280" y="2935224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实时检测、拍照问答、数据分析、历史回放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548640" y="3182112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548640" y="31821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>
            <p:custDataLst>
              <p:tags r:id="rId19"/>
            </p:custDataLst>
          </p:nvPr>
        </p:nvSpPr>
        <p:spPr>
          <a:xfrm>
            <a:off x="1097280" y="316382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关键模块详解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1097280" y="3410712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后端核心模块代码结构</a:t>
            </a:r>
            <a:endParaRPr lang="en-US" sz="1100" dirty="0"/>
          </a:p>
        </p:txBody>
      </p:sp>
      <p:sp>
        <p:nvSpPr>
          <p:cNvPr id="23" name="Shape 21"/>
          <p:cNvSpPr/>
          <p:nvPr>
            <p:custDataLst>
              <p:tags r:id="rId21"/>
            </p:custDataLst>
          </p:nvPr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4" name="Text 22"/>
          <p:cNvSpPr/>
          <p:nvPr>
            <p:custDataLst>
              <p:tags r:id="rId22"/>
            </p:custDataLst>
          </p:nvPr>
        </p:nvSpPr>
        <p:spPr>
          <a:xfrm>
            <a:off x="548640" y="36576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>
            <p:custDataLst>
              <p:tags r:id="rId23"/>
            </p:custDataLst>
          </p:nvPr>
        </p:nvSpPr>
        <p:spPr>
          <a:xfrm>
            <a:off x="1097280" y="363931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技术亮点与创新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1097280" y="3886200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异步管线、边缘推理、告警机制</a:t>
            </a:r>
            <a:endParaRPr lang="en-US" sz="1100" dirty="0"/>
          </a:p>
        </p:txBody>
      </p:sp>
      <p:sp>
        <p:nvSpPr>
          <p:cNvPr id="27" name="Shape 25"/>
          <p:cNvSpPr/>
          <p:nvPr>
            <p:custDataLst>
              <p:tags r:id="rId25"/>
            </p:custDataLst>
          </p:nvPr>
        </p:nvSpPr>
        <p:spPr>
          <a:xfrm>
            <a:off x="548640" y="4133088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8" name="Text 26"/>
          <p:cNvSpPr/>
          <p:nvPr>
            <p:custDataLst>
              <p:tags r:id="rId26"/>
            </p:custDataLst>
          </p:nvPr>
        </p:nvSpPr>
        <p:spPr>
          <a:xfrm>
            <a:off x="548640" y="413308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>
            <p:custDataLst>
              <p:tags r:id="rId27"/>
            </p:custDataLst>
          </p:nvPr>
        </p:nvSpPr>
        <p:spPr>
          <a:xfrm>
            <a:off x="1097280" y="411480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部署与运行</a:t>
            </a:r>
            <a:endParaRPr lang="en-US" sz="1600" dirty="0"/>
          </a:p>
        </p:txBody>
      </p:sp>
      <p:sp>
        <p:nvSpPr>
          <p:cNvPr id="30" name="Text 28"/>
          <p:cNvSpPr/>
          <p:nvPr>
            <p:custDataLst>
              <p:tags r:id="rId28"/>
            </p:custDataLst>
          </p:nvPr>
        </p:nvSpPr>
        <p:spPr>
          <a:xfrm>
            <a:off x="1097280" y="4361688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树莓派5 + 环境配置</a:t>
            </a:r>
            <a:endParaRPr lang="en-US" sz="1100" dirty="0"/>
          </a:p>
        </p:txBody>
      </p:sp>
      <p:sp>
        <p:nvSpPr>
          <p:cNvPr id="31" name="Shape 29"/>
          <p:cNvSpPr/>
          <p:nvPr>
            <p:custDataLst>
              <p:tags r:id="rId29"/>
            </p:custDataLst>
          </p:nvPr>
        </p:nvSpPr>
        <p:spPr>
          <a:xfrm>
            <a:off x="548640" y="4608576"/>
            <a:ext cx="365760" cy="36576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32" name="Text 30"/>
          <p:cNvSpPr/>
          <p:nvPr>
            <p:custDataLst>
              <p:tags r:id="rId30"/>
            </p:custDataLst>
          </p:nvPr>
        </p:nvSpPr>
        <p:spPr>
          <a:xfrm>
            <a:off x="548640" y="460857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Text 31"/>
          <p:cNvSpPr/>
          <p:nvPr>
            <p:custDataLst>
              <p:tags r:id="rId31"/>
            </p:custDataLst>
          </p:nvPr>
        </p:nvSpPr>
        <p:spPr>
          <a:xfrm>
            <a:off x="1097280" y="459028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34" name="Text 32"/>
          <p:cNvSpPr/>
          <p:nvPr>
            <p:custDataLst>
              <p:tags r:id="rId32"/>
            </p:custDataLst>
          </p:nvPr>
        </p:nvSpPr>
        <p:spPr>
          <a:xfrm>
            <a:off x="1097280" y="4837176"/>
            <a:ext cx="5029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项目回顾与未来改进方向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72425" y="486918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项目背景与选题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E6EFFA"/>
          </a:solidFill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选题定位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F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题目2：面向真实场景的边缘视觉智能系统 ★★★★★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围绕校园/实验室等真实场景设计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树莓派承担摄像头采集与前端交互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79776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本地电脑/服务器负责模型推理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63824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结果通过 Web 界面实时展示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478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切中场景痛点，系统有实际价值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B3A5C"/>
          </a:solidFill>
        </p:spPr>
      </p:sp>
      <p:sp>
        <p:nvSpPr>
          <p:cNvPr id="12" name="Text 10"/>
          <p:cNvSpPr/>
          <p:nvPr/>
        </p:nvSpPr>
        <p:spPr>
          <a:xfrm>
            <a:off x="4754880" y="118872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边缘 AI 视觉系统，实时目标检测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集成大模型，支持智能语义问答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数据持久化存储，提供分析图表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 特定事件识别 + 声音告警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 事件历史时间线 + 快照回放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系统架构设计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"本地实时感知 + 云端智能理解" 协同架构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594360" y="15544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视频采集层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树莓派摄像头 (CSI/USB)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OpenCV / Picamera2 帧读取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84378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Base64 编码与帧缓存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544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1B3A5C"/>
          </a:solidFill>
        </p:spPr>
      </p:sp>
      <p:sp>
        <p:nvSpPr>
          <p:cNvPr id="12" name="Text 10"/>
          <p:cNvSpPr/>
          <p:nvPr/>
        </p:nvSpPr>
        <p:spPr>
          <a:xfrm>
            <a:off x="3474720" y="15544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本地视觉层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1488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Ultralytics YOLOv11n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496312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每帧 10-11 FPS 推理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84378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检测框 + 标签 + 置信度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3191256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可视化标记叠加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5544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6355080" y="155448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云端理解层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1488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DashScope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496312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Qwen-VL 多模态模型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84378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按需触发语义分析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191256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异步非阻塞调用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25603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60720" y="25603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核心技术栈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6EFFA"/>
          </a:solidFill>
        </p:spPr>
      </p:sp>
      <p:sp>
        <p:nvSpPr>
          <p:cNvPr id="4" name="Shape 2"/>
          <p:cNvSpPr/>
          <p:nvPr/>
        </p:nvSpPr>
        <p:spPr>
          <a:xfrm>
            <a:off x="594360" y="129844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</p:spPr>
      </p:sp>
      <p:sp>
        <p:nvSpPr>
          <p:cNvPr id="5" name="Text 3"/>
          <p:cNvSpPr/>
          <p:nvPr/>
        </p:nvSpPr>
        <p:spPr>
          <a:xfrm>
            <a:off x="594360" y="129844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视觉检测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YOLOv11n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Ultralytics 轻量级目标检测模型，树莓派 5 上可达 11 FPS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6EFFA"/>
          </a:solidFill>
        </p:spPr>
      </p:sp>
      <p:sp>
        <p:nvSpPr>
          <p:cNvPr id="9" name="Shape 7"/>
          <p:cNvSpPr/>
          <p:nvPr/>
        </p:nvSpPr>
        <p:spPr>
          <a:xfrm>
            <a:off x="3429000" y="129844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</p:spPr>
      </p:sp>
      <p:sp>
        <p:nvSpPr>
          <p:cNvPr id="10" name="Text 8"/>
          <p:cNvSpPr/>
          <p:nvPr/>
        </p:nvSpPr>
        <p:spPr>
          <a:xfrm>
            <a:off x="3429000" y="129844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云端 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DashScope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阿里云 Qwen-VL 多模态大模型，智能问答与场景理解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6EFFA"/>
          </a:solidFill>
        </p:spPr>
      </p:sp>
      <p:sp>
        <p:nvSpPr>
          <p:cNvPr id="14" name="Shape 12"/>
          <p:cNvSpPr/>
          <p:nvPr/>
        </p:nvSpPr>
        <p:spPr>
          <a:xfrm>
            <a:off x="6263640" y="129844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</p:spPr>
      </p:sp>
      <p:sp>
        <p:nvSpPr>
          <p:cNvPr id="15" name="Text 13"/>
          <p:cNvSpPr/>
          <p:nvPr/>
        </p:nvSpPr>
        <p:spPr>
          <a:xfrm>
            <a:off x="6263640" y="129844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前端框架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01168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Web 框架，多页面应用，快速构建交互式界面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6EFFA"/>
          </a:solidFill>
        </p:spPr>
      </p:sp>
      <p:sp>
        <p:nvSpPr>
          <p:cNvPr id="19" name="Shape 17"/>
          <p:cNvSpPr/>
          <p:nvPr/>
        </p:nvSpPr>
        <p:spPr>
          <a:xfrm>
            <a:off x="594360" y="30815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</p:spPr>
      </p:sp>
      <p:sp>
        <p:nvSpPr>
          <p:cNvPr id="20" name="Text 18"/>
          <p:cNvSpPr/>
          <p:nvPr/>
        </p:nvSpPr>
        <p:spPr>
          <a:xfrm>
            <a:off x="594360" y="308152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图像处理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OpenCV + Picamera2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379476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视频采集、图像处理与可视化标注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6EFFA"/>
          </a:solidFill>
        </p:spPr>
      </p:sp>
      <p:sp>
        <p:nvSpPr>
          <p:cNvPr id="24" name="Shape 22"/>
          <p:cNvSpPr/>
          <p:nvPr/>
        </p:nvSpPr>
        <p:spPr>
          <a:xfrm>
            <a:off x="3429000" y="30815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</p:spPr>
      </p:sp>
      <p:sp>
        <p:nvSpPr>
          <p:cNvPr id="25" name="Text 23"/>
          <p:cNvSpPr/>
          <p:nvPr/>
        </p:nvSpPr>
        <p:spPr>
          <a:xfrm>
            <a:off x="3429000" y="308152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数据存储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4290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SQLite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29000" y="379476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轻量级嵌入式数据库，WAL 模式优化并发写入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9718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6EFFA"/>
          </a:solidFill>
        </p:spPr>
      </p:sp>
      <p:sp>
        <p:nvSpPr>
          <p:cNvPr id="29" name="Shape 27"/>
          <p:cNvSpPr/>
          <p:nvPr/>
        </p:nvSpPr>
        <p:spPr>
          <a:xfrm>
            <a:off x="6263640" y="30815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</p:spPr>
      </p:sp>
      <p:sp>
        <p:nvSpPr>
          <p:cNvPr id="30" name="Text 28"/>
          <p:cNvSpPr/>
          <p:nvPr/>
        </p:nvSpPr>
        <p:spPr>
          <a:xfrm>
            <a:off x="6263640" y="308152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数据分析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4290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Plotly + Pandas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379476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交互式统计图表，日/周/月数据分析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四大功能模块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057400" cy="3657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8872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实时视频流检测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143000" cy="1371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Text 6"/>
          <p:cNvSpPr/>
          <p:nvPr/>
        </p:nvSpPr>
        <p:spPr>
          <a:xfrm>
            <a:off x="457200" y="23774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摄像头实时 YOLO 目标检测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FPS 流畅推理与可视化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特定物体识别 → 声音告警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检测结果自动保存 SQLite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侧边栏可调参数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097280"/>
            <a:ext cx="2057400" cy="3657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18872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160020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拍照识别 + 智能问答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1874520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194560"/>
            <a:ext cx="1143000" cy="1371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2651760" y="23774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拍照/上传图像 → YOLO 检测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697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检测框 + 类别标注显示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0175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Qwen-VL 多轮问答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33756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数量/存在性/类别/位置/面积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36576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预设问题模板一键提问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2057400" cy="3657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118872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54880" y="160020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数据统计与分析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1874520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194560"/>
            <a:ext cx="1143000" cy="1371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8" name="Text 26"/>
          <p:cNvSpPr/>
          <p:nvPr/>
        </p:nvSpPr>
        <p:spPr>
          <a:xfrm>
            <a:off x="4846320" y="23774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Plotly 交互式统计图表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697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日/周/月维度数据汇总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0175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类别分布柱状图/饼图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33756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置信度分布直方图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事件类型占比分析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1097280"/>
            <a:ext cx="2057400" cy="3657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1188720"/>
            <a:ext cx="2057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49440" y="160020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事件历史与回放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1874520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 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2194560"/>
            <a:ext cx="1143000" cy="13716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8" name="Text 36"/>
          <p:cNvSpPr/>
          <p:nvPr/>
        </p:nvSpPr>
        <p:spPr>
          <a:xfrm>
            <a:off x="7040880" y="237744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按日期/类别筛选事件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26974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时间线界面浏览记录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01752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检测快照查看与回放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333756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事件详情与置信度查看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36576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连续帧去重防误报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模块一：实时视频流检测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检测流程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4320" cy="2743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5" name="Text 3"/>
          <p:cNvSpPr/>
          <p:nvPr/>
        </p:nvSpPr>
        <p:spPr>
          <a:xfrm>
            <a:off x="548640" y="15087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4904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摄像头采集帧 (640×480@15FPS)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1228" y="1783080"/>
            <a:ext cx="9144" cy="2011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8" name="Shape 6"/>
          <p:cNvSpPr/>
          <p:nvPr/>
        </p:nvSpPr>
        <p:spPr>
          <a:xfrm>
            <a:off x="548640" y="1965960"/>
            <a:ext cx="274320" cy="2743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9" name="Text 7"/>
          <p:cNvSpPr/>
          <p:nvPr/>
        </p:nvSpPr>
        <p:spPr>
          <a:xfrm>
            <a:off x="548640" y="19659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476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YOLOv11n 目标检测推理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" y="2240280"/>
            <a:ext cx="9144" cy="2011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2" name="Shape 10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3" name="Text 11"/>
          <p:cNvSpPr/>
          <p:nvPr/>
        </p:nvSpPr>
        <p:spPr>
          <a:xfrm>
            <a:off x="548640" y="2423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4048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绘制检测框与标签标注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" y="2697480"/>
            <a:ext cx="9144" cy="2011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6" name="Shape 14"/>
          <p:cNvSpPr/>
          <p:nvPr/>
        </p:nvSpPr>
        <p:spPr>
          <a:xfrm>
            <a:off x="548640" y="2880360"/>
            <a:ext cx="274320" cy="2743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7" name="Text 15"/>
          <p:cNvSpPr/>
          <p:nvPr/>
        </p:nvSpPr>
        <p:spPr>
          <a:xfrm>
            <a:off x="548640" y="28803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8620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实时显示画面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" y="3154680"/>
            <a:ext cx="9144" cy="2011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0" name="Shape 18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1" name="Text 19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3192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告警判断 → 播放声音 + 保存快照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" y="3611880"/>
            <a:ext cx="9144" cy="2011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4" name="Shape 22"/>
          <p:cNvSpPr/>
          <p:nvPr/>
        </p:nvSpPr>
        <p:spPr>
          <a:xfrm>
            <a:off x="548640" y="3794760"/>
            <a:ext cx="274320" cy="27432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5" name="Text 23"/>
          <p:cNvSpPr/>
          <p:nvPr/>
        </p:nvSpPr>
        <p:spPr>
          <a:xfrm>
            <a:off x="548640" y="37947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7764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检测结果写入 SQLite 数据库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05156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E6EFFA"/>
          </a:solidFill>
        </p:spPr>
      </p:sp>
      <p:sp>
        <p:nvSpPr>
          <p:cNvPr id="28" name="Text 26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关键技术点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0" y="160020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告警机制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160020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连续 3 帧确认 + 最小间隔 5 秒防抖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01168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异步播放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201168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独立线程播放告警声音，不阻塞主循环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242316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帧率控制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242316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sleep 调节，目标 ~10 FPS 流畅运行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83464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侧边栏配置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283464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置信度/IoU、摄像头源、告警类别实时可调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24612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YOLOv11n 模型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17920" y="324612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 3.2MB，树莓派5 推理 11 FPS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65760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COCO 80类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65760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覆盖人、动物、车辆、家具等常见目标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4069080"/>
            <a:ext cx="1188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数据库性能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4069080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 模式 + 索引优化，写入不阻塞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模块二：拍照识别 + 智能多轮问答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支持的问题类型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6EFFA"/>
          </a:solidFill>
          <a:ln w="1016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数量统计类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76479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图里有几个人？有几辆车？每个类别数量？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6EFFA"/>
          </a:solidFill>
          <a:ln w="1016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21408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存在性判断类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图片里有猫吗？有没有检测到手机？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6EFFA"/>
          </a:solidFill>
          <a:ln w="1016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15768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类别枚举类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95351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图中都有哪些类别的物体？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0128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位置关系类 (拓展)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左边有些什么？中间识别到什么？右下角有物体吗？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04488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面积占比类 (拓展)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142232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哪类物体面积最大？哪个目标看起来最大？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B3A5C"/>
          </a:solidFill>
        </p:spPr>
      </p:sp>
      <p:sp>
        <p:nvSpPr>
          <p:cNvPr id="20" name="Text 18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Pipeline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0640" y="1645920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用户拍照或上传图像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084832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YOLO 检测 → 提取结构化结果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523744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构建 Prompt：检测结果 + 用户问题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962656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DashScope Qwen-VL 多模态推理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401568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返回自然语言回答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840480"/>
            <a:ext cx="3383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多轮对话上下文保持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20624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预设问题模板一键提问 | 多轮对话上下文保持 | 结构化 Prompt 提升准确率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后端核心模块详解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CCCCCC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5" name="Text 3"/>
          <p:cNvSpPr/>
          <p:nvPr/>
        </p:nvSpPr>
        <p:spPr>
          <a:xfrm>
            <a:off x="640080" y="112471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14300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</p:spPr>
      </p:sp>
      <p:sp>
        <p:nvSpPr>
          <p:cNvPr id="7" name="Text 5"/>
          <p:cNvSpPr/>
          <p:nvPr/>
        </p:nvSpPr>
        <p:spPr>
          <a:xfrm>
            <a:off x="2468880" y="114300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全局配置中心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Key、模型路径、摄像头参数、检测阈值、数据库路径、告警设置集中管理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CCCCC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54864" cy="1143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Text 9"/>
          <p:cNvSpPr/>
          <p:nvPr/>
        </p:nvSpPr>
        <p:spPr>
          <a:xfrm>
            <a:off x="4892040" y="112471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camera_capture.py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14300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6720840" y="114300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摄像头采集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481328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CSI (picamera2) 和 USB (OpenCV) 双模式，生成器式帧读取，Base64 编码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CCCCCC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54864" cy="1143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7" name="Text 15"/>
          <p:cNvSpPr/>
          <p:nvPr/>
        </p:nvSpPr>
        <p:spPr>
          <a:xfrm>
            <a:off x="640080" y="240487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yolo_detector.py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68880" y="242316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</p:spPr>
      </p:sp>
      <p:sp>
        <p:nvSpPr>
          <p:cNvPr id="19" name="Text 17"/>
          <p:cNvSpPr/>
          <p:nvPr/>
        </p:nvSpPr>
        <p:spPr>
          <a:xfrm>
            <a:off x="2468880" y="242316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检测器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761488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模型加载/推理/标注/结构化输出，支持 ONNX 与 PyTorch，COCO 80 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CCCCCC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31720"/>
            <a:ext cx="54864" cy="1143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3" name="Text 21"/>
          <p:cNvSpPr/>
          <p:nvPr/>
        </p:nvSpPr>
        <p:spPr>
          <a:xfrm>
            <a:off x="4892040" y="240487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dashscope_client.py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242316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</p:spPr>
      </p:sp>
      <p:sp>
        <p:nvSpPr>
          <p:cNvPr id="25" name="Text 23"/>
          <p:cNvSpPr/>
          <p:nvPr/>
        </p:nvSpPr>
        <p:spPr>
          <a:xfrm>
            <a:off x="6720840" y="242316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云端 API 客户端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761488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Qwen-VL 多模态调用，5 类预设问题模板，异步线程 + 队列非阻塞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CCCCCC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11880"/>
            <a:ext cx="54864" cy="1143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9" name="Text 27"/>
          <p:cNvSpPr/>
          <p:nvPr/>
        </p:nvSpPr>
        <p:spPr>
          <a:xfrm>
            <a:off x="640080" y="368503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database.py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468880" y="370332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</p:spPr>
      </p:sp>
      <p:sp>
        <p:nvSpPr>
          <p:cNvPr id="31" name="Text 29"/>
          <p:cNvSpPr/>
          <p:nvPr/>
        </p:nvSpPr>
        <p:spPr>
          <a:xfrm>
            <a:off x="2468880" y="370332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数据库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041648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检测记录 + 事件记录双表，WAL 模式，按日期/类别查询统计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25400" dist="12700" dir="16200000" algn="bl" rotWithShape="0">
              <a:srgbClr val="CCCCCC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611880"/>
            <a:ext cx="54864" cy="11430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5" name="Text 33"/>
          <p:cNvSpPr/>
          <p:nvPr/>
        </p:nvSpPr>
        <p:spPr>
          <a:xfrm>
            <a:off x="4892040" y="368503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utils.py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20840" y="370332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</p:spPr>
      </p:sp>
      <p:sp>
        <p:nvSpPr>
          <p:cNvPr id="37" name="Text 35"/>
          <p:cNvSpPr/>
          <p:nvPr/>
        </p:nvSpPr>
        <p:spPr>
          <a:xfrm>
            <a:off x="6720840" y="3703320"/>
            <a:ext cx="18288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工具函数集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4041648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Base64 编解码、快照保存、告警声音播放、图像格式互转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技术亮点与创新点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</p:spPr>
      </p:sp>
      <p:sp>
        <p:nvSpPr>
          <p:cNvPr id="4" name="Shape 2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5" name="Text 3"/>
          <p:cNvSpPr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边缘 + 云端协同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435608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时效性任务本地 11FPS 完成，语义分析按需触发云端大模型，异步解耦不阻塞主循环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</p:spPr>
      </p:sp>
      <p:sp>
        <p:nvSpPr>
          <p:cNvPr id="9" name="Shape 7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0" name="Text 8"/>
          <p:cNvSpPr/>
          <p:nvPr/>
        </p:nvSpPr>
        <p:spPr>
          <a:xfrm>
            <a:off x="4846320" y="13258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11430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智能告警防抖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1435608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连续帧计数确认 + 事件间隔去重，避免误报；独立线程异步播放告警声音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</p:spPr>
      </p:sp>
      <p:sp>
        <p:nvSpPr>
          <p:cNvPr id="14" name="Shape 12"/>
          <p:cNvSpPr/>
          <p:nvPr/>
        </p:nvSpPr>
        <p:spPr>
          <a:xfrm>
            <a:off x="594360" y="2606040"/>
            <a:ext cx="548640" cy="54864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15" name="Text 13"/>
          <p:cNvSpPr/>
          <p:nvPr/>
        </p:nvSpPr>
        <p:spPr>
          <a:xfrm>
            <a:off x="594360" y="26060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42316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结构化 Prompt 工程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2715768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检测结果提取为结构化文本，拼接用户问题送入 Qwen-VL，提升回答准确率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</p:spPr>
      </p:sp>
      <p:sp>
        <p:nvSpPr>
          <p:cNvPr id="19" name="Shape 17"/>
          <p:cNvSpPr/>
          <p:nvPr/>
        </p:nvSpPr>
        <p:spPr>
          <a:xfrm>
            <a:off x="4846320" y="2606040"/>
            <a:ext cx="548640" cy="54864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0" name="Text 18"/>
          <p:cNvSpPr/>
          <p:nvPr/>
        </p:nvSpPr>
        <p:spPr>
          <a:xfrm>
            <a:off x="4846320" y="260604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42316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ONNX 模型支持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2715768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ONNX 格式转换推理，进一步优化树莓派端推理速度与资源占用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</p:spPr>
      </p:sp>
      <p:sp>
        <p:nvSpPr>
          <p:cNvPr id="24" name="Shape 22"/>
          <p:cNvSpPr/>
          <p:nvPr/>
        </p:nvSpPr>
        <p:spPr>
          <a:xfrm>
            <a:off x="594360" y="3886200"/>
            <a:ext cx="548640" cy="54864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25" name="Text 23"/>
          <p:cNvSpPr/>
          <p:nvPr/>
        </p:nvSpPr>
        <p:spPr>
          <a:xfrm>
            <a:off x="594360" y="3886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370332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WAL 模式数据库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3995928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WAL 模式 + 索引优化，并发写入不阻塞检测主流程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</p:spPr>
      </p:sp>
      <p:sp>
        <p:nvSpPr>
          <p:cNvPr id="29" name="Shape 27"/>
          <p:cNvSpPr/>
          <p:nvPr/>
        </p:nvSpPr>
        <p:spPr>
          <a:xfrm>
            <a:off x="4846320" y="3886200"/>
            <a:ext cx="548640" cy="548640"/>
          </a:xfrm>
          <a:prstGeom prst="ellipse">
            <a:avLst/>
          </a:prstGeom>
          <a:solidFill>
            <a:srgbClr val="1B3A5C"/>
          </a:solidFill>
        </p:spPr>
      </p:sp>
      <p:sp>
        <p:nvSpPr>
          <p:cNvPr id="30" name="Text 28"/>
          <p:cNvSpPr/>
          <p:nvPr/>
        </p:nvSpPr>
        <p:spPr>
          <a:xfrm>
            <a:off x="4846320" y="3886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32120" y="370332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配置式侧边栏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32120" y="3995928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置信度/IoU/摄像头源/告警类别全部支持运行时动态调整，无需重启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部署与运行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640080" y="111556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硬件环境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树莓派 5 (4GB/8GB)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CSI 摄像头 / USB 摄像头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Raspberry Pi OS (Bookworm, 64-bit)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Python 3.11+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4937760" y="1115568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Python 核心依赖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opencv-python &gt;= 4.8.0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3703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ultralytics &gt;= 8.3.0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38325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dashscope &gt;= 1.20.0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75815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streamlit &gt;= 1.28.0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9350" y="2294255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plotly &gt;= 5.18.0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515235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pandas &gt;= 2.0.0 / pillow / pygame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1B3A5C"/>
          </a:solidFill>
        </p:spPr>
      </p:sp>
      <p:sp>
        <p:nvSpPr>
          <p:cNvPr id="18" name="Text 16"/>
          <p:cNvSpPr/>
          <p:nvPr/>
        </p:nvSpPr>
        <p:spPr>
          <a:xfrm>
            <a:off x="640080" y="34290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启动命令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安装依赖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-r requirements.txt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启动 Streamlit 多页面应用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streamlit run app.py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A6B7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已实现功能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YOLOv11 实时目标检测 (10+ FPS)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特定事件识别 + 声音告警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95144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检测结果 SQLite 存储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42616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数据分析页面 (日/周/月图表)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侧边栏参数配置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94767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事件历史时间线 + 快照回放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295144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拍照 + 智能多轮问答 (Qwen-VL)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642616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数量/存在性/类别/位置/面积问题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7863840" cy="9144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640080" y="32461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未来改进方向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支持 YOLO 分割模型 (segmentation)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人体动作/姿态识别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微信/钉钉 告警消息推送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61188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WordPress 博客自动发布检测报告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93192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WebRTC 远程视频流接入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4251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多摄像头协同检测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树莓派智能视觉系统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感谢您的观看</a:t>
            </a:r>
            <a:endParaRPr lang="zh-CN" altLang="en-US"/>
          </a:p>
        </p:txBody>
      </p:sp>
      <p:sp>
        <p:nvSpPr>
          <p:cNvPr id="18" name="任意多边形: 形状 17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665798" y="4431030"/>
            <a:ext cx="3562350" cy="346234"/>
          </a:xfrm>
          <a:custGeom>
            <a:avLst/>
            <a:gdLst>
              <a:gd name="connsiteX0" fmla="*/ 0 w 236029"/>
              <a:gd name="connsiteY0" fmla="*/ 3619 h 341090"/>
              <a:gd name="connsiteX1" fmla="*/ 191 w 236029"/>
              <a:gd name="connsiteY1" fmla="*/ 2477 h 341090"/>
              <a:gd name="connsiteX2" fmla="*/ 667 w 236029"/>
              <a:gd name="connsiteY2" fmla="*/ 1429 h 341090"/>
              <a:gd name="connsiteX3" fmla="*/ 1429 w 236029"/>
              <a:gd name="connsiteY3" fmla="*/ 667 h 341090"/>
              <a:gd name="connsiteX4" fmla="*/ 2477 w 236029"/>
              <a:gd name="connsiteY4" fmla="*/ 190 h 341090"/>
              <a:gd name="connsiteX5" fmla="*/ 3620 w 236029"/>
              <a:gd name="connsiteY5" fmla="*/ 0 h 341090"/>
              <a:gd name="connsiteX6" fmla="*/ 232410 w 236029"/>
              <a:gd name="connsiteY6" fmla="*/ 0 h 341090"/>
              <a:gd name="connsiteX7" fmla="*/ 233553 w 236029"/>
              <a:gd name="connsiteY7" fmla="*/ 190 h 341090"/>
              <a:gd name="connsiteX8" fmla="*/ 234601 w 236029"/>
              <a:gd name="connsiteY8" fmla="*/ 667 h 341090"/>
              <a:gd name="connsiteX9" fmla="*/ 235363 w 236029"/>
              <a:gd name="connsiteY9" fmla="*/ 1429 h 341090"/>
              <a:gd name="connsiteX10" fmla="*/ 235839 w 236029"/>
              <a:gd name="connsiteY10" fmla="*/ 2477 h 341090"/>
              <a:gd name="connsiteX11" fmla="*/ 236030 w 236029"/>
              <a:gd name="connsiteY11" fmla="*/ 3619 h 341090"/>
              <a:gd name="connsiteX12" fmla="*/ 236030 w 236029"/>
              <a:gd name="connsiteY12" fmla="*/ 60007 h 341090"/>
              <a:gd name="connsiteX13" fmla="*/ 235839 w 236029"/>
              <a:gd name="connsiteY13" fmla="*/ 61151 h 341090"/>
              <a:gd name="connsiteX14" fmla="*/ 235363 w 236029"/>
              <a:gd name="connsiteY14" fmla="*/ 62198 h 341090"/>
              <a:gd name="connsiteX15" fmla="*/ 234601 w 236029"/>
              <a:gd name="connsiteY15" fmla="*/ 62960 h 341090"/>
              <a:gd name="connsiteX16" fmla="*/ 233553 w 236029"/>
              <a:gd name="connsiteY16" fmla="*/ 63437 h 341090"/>
              <a:gd name="connsiteX17" fmla="*/ 232410 w 236029"/>
              <a:gd name="connsiteY17" fmla="*/ 63627 h 341090"/>
              <a:gd name="connsiteX18" fmla="*/ 71152 w 236029"/>
              <a:gd name="connsiteY18" fmla="*/ 63627 h 341090"/>
              <a:gd name="connsiteX19" fmla="*/ 74771 w 236029"/>
              <a:gd name="connsiteY19" fmla="*/ 60007 h 341090"/>
              <a:gd name="connsiteX20" fmla="*/ 74771 w 236029"/>
              <a:gd name="connsiteY20" fmla="*/ 139256 h 341090"/>
              <a:gd name="connsiteX21" fmla="*/ 71152 w 236029"/>
              <a:gd name="connsiteY21" fmla="*/ 135541 h 341090"/>
              <a:gd name="connsiteX22" fmla="*/ 210503 w 236029"/>
              <a:gd name="connsiteY22" fmla="*/ 135541 h 341090"/>
              <a:gd name="connsiteX23" fmla="*/ 211646 w 236029"/>
              <a:gd name="connsiteY23" fmla="*/ 135731 h 341090"/>
              <a:gd name="connsiteX24" fmla="*/ 212693 w 236029"/>
              <a:gd name="connsiteY24" fmla="*/ 136208 h 341090"/>
              <a:gd name="connsiteX25" fmla="*/ 213455 w 236029"/>
              <a:gd name="connsiteY25" fmla="*/ 136970 h 341090"/>
              <a:gd name="connsiteX26" fmla="*/ 213931 w 236029"/>
              <a:gd name="connsiteY26" fmla="*/ 138017 h 341090"/>
              <a:gd name="connsiteX27" fmla="*/ 214122 w 236029"/>
              <a:gd name="connsiteY27" fmla="*/ 139160 h 341090"/>
              <a:gd name="connsiteX28" fmla="*/ 214122 w 236029"/>
              <a:gd name="connsiteY28" fmla="*/ 195548 h 341090"/>
              <a:gd name="connsiteX29" fmla="*/ 213931 w 236029"/>
              <a:gd name="connsiteY29" fmla="*/ 196691 h 341090"/>
              <a:gd name="connsiteX30" fmla="*/ 213455 w 236029"/>
              <a:gd name="connsiteY30" fmla="*/ 197739 h 341090"/>
              <a:gd name="connsiteX31" fmla="*/ 212693 w 236029"/>
              <a:gd name="connsiteY31" fmla="*/ 198501 h 341090"/>
              <a:gd name="connsiteX32" fmla="*/ 211646 w 236029"/>
              <a:gd name="connsiteY32" fmla="*/ 198977 h 341090"/>
              <a:gd name="connsiteX33" fmla="*/ 210503 w 236029"/>
              <a:gd name="connsiteY33" fmla="*/ 199168 h 341090"/>
              <a:gd name="connsiteX34" fmla="*/ 71152 w 236029"/>
              <a:gd name="connsiteY34" fmla="*/ 199168 h 341090"/>
              <a:gd name="connsiteX35" fmla="*/ 74771 w 236029"/>
              <a:gd name="connsiteY35" fmla="*/ 195548 h 341090"/>
              <a:gd name="connsiteX36" fmla="*/ 74771 w 236029"/>
              <a:gd name="connsiteY36" fmla="*/ 337471 h 341090"/>
              <a:gd name="connsiteX37" fmla="*/ 74581 w 236029"/>
              <a:gd name="connsiteY37" fmla="*/ 338614 h 341090"/>
              <a:gd name="connsiteX38" fmla="*/ 74105 w 236029"/>
              <a:gd name="connsiteY38" fmla="*/ 339662 h 341090"/>
              <a:gd name="connsiteX39" fmla="*/ 73343 w 236029"/>
              <a:gd name="connsiteY39" fmla="*/ 340424 h 341090"/>
              <a:gd name="connsiteX40" fmla="*/ 72295 w 236029"/>
              <a:gd name="connsiteY40" fmla="*/ 340900 h 341090"/>
              <a:gd name="connsiteX41" fmla="*/ 71152 w 236029"/>
              <a:gd name="connsiteY41" fmla="*/ 341090 h 341090"/>
              <a:gd name="connsiteX42" fmla="*/ 3620 w 236029"/>
              <a:gd name="connsiteY42" fmla="*/ 341090 h 341090"/>
              <a:gd name="connsiteX43" fmla="*/ 2477 w 236029"/>
              <a:gd name="connsiteY43" fmla="*/ 340900 h 341090"/>
              <a:gd name="connsiteX44" fmla="*/ 1429 w 236029"/>
              <a:gd name="connsiteY44" fmla="*/ 340424 h 341090"/>
              <a:gd name="connsiteX45" fmla="*/ 667 w 236029"/>
              <a:gd name="connsiteY45" fmla="*/ 339662 h 341090"/>
              <a:gd name="connsiteX46" fmla="*/ 191 w 236029"/>
              <a:gd name="connsiteY46" fmla="*/ 338614 h 341090"/>
              <a:gd name="connsiteX47" fmla="*/ 0 w 236029"/>
              <a:gd name="connsiteY47" fmla="*/ 337471 h 341090"/>
              <a:gd name="connsiteX48" fmla="*/ 0 w 236029"/>
              <a:gd name="connsiteY48" fmla="*/ 3619 h 341090"/>
              <a:gd name="connsiteX49" fmla="*/ 0 w 236029"/>
              <a:gd name="connsiteY49" fmla="*/ 3619 h 341090"/>
              <a:gd name="connsiteX50" fmla="*/ 0 w 236029"/>
              <a:gd name="connsiteY50" fmla="*/ 3619 h 341090"/>
              <a:gd name="connsiteX51" fmla="*/ 7239 w 236029"/>
              <a:gd name="connsiteY51" fmla="*/ 337471 h 341090"/>
              <a:gd name="connsiteX52" fmla="*/ 3620 w 236029"/>
              <a:gd name="connsiteY52" fmla="*/ 333851 h 341090"/>
              <a:gd name="connsiteX53" fmla="*/ 71152 w 236029"/>
              <a:gd name="connsiteY53" fmla="*/ 333851 h 341090"/>
              <a:gd name="connsiteX54" fmla="*/ 67532 w 236029"/>
              <a:gd name="connsiteY54" fmla="*/ 337471 h 341090"/>
              <a:gd name="connsiteX55" fmla="*/ 67532 w 236029"/>
              <a:gd name="connsiteY55" fmla="*/ 195548 h 341090"/>
              <a:gd name="connsiteX56" fmla="*/ 67723 w 236029"/>
              <a:gd name="connsiteY56" fmla="*/ 194405 h 341090"/>
              <a:gd name="connsiteX57" fmla="*/ 68199 w 236029"/>
              <a:gd name="connsiteY57" fmla="*/ 193358 h 341090"/>
              <a:gd name="connsiteX58" fmla="*/ 68961 w 236029"/>
              <a:gd name="connsiteY58" fmla="*/ 192596 h 341090"/>
              <a:gd name="connsiteX59" fmla="*/ 70009 w 236029"/>
              <a:gd name="connsiteY59" fmla="*/ 192119 h 341090"/>
              <a:gd name="connsiteX60" fmla="*/ 71152 w 236029"/>
              <a:gd name="connsiteY60" fmla="*/ 191929 h 341090"/>
              <a:gd name="connsiteX61" fmla="*/ 210503 w 236029"/>
              <a:gd name="connsiteY61" fmla="*/ 191929 h 341090"/>
              <a:gd name="connsiteX62" fmla="*/ 206883 w 236029"/>
              <a:gd name="connsiteY62" fmla="*/ 195548 h 341090"/>
              <a:gd name="connsiteX63" fmla="*/ 206883 w 236029"/>
              <a:gd name="connsiteY63" fmla="*/ 139160 h 341090"/>
              <a:gd name="connsiteX64" fmla="*/ 210503 w 236029"/>
              <a:gd name="connsiteY64" fmla="*/ 142780 h 341090"/>
              <a:gd name="connsiteX65" fmla="*/ 71152 w 236029"/>
              <a:gd name="connsiteY65" fmla="*/ 142780 h 341090"/>
              <a:gd name="connsiteX66" fmla="*/ 70009 w 236029"/>
              <a:gd name="connsiteY66" fmla="*/ 142589 h 341090"/>
              <a:gd name="connsiteX67" fmla="*/ 68961 w 236029"/>
              <a:gd name="connsiteY67" fmla="*/ 142113 h 341090"/>
              <a:gd name="connsiteX68" fmla="*/ 68199 w 236029"/>
              <a:gd name="connsiteY68" fmla="*/ 141351 h 341090"/>
              <a:gd name="connsiteX69" fmla="*/ 67723 w 236029"/>
              <a:gd name="connsiteY69" fmla="*/ 140303 h 341090"/>
              <a:gd name="connsiteX70" fmla="*/ 67532 w 236029"/>
              <a:gd name="connsiteY70" fmla="*/ 139160 h 341090"/>
              <a:gd name="connsiteX71" fmla="*/ 67532 w 236029"/>
              <a:gd name="connsiteY71" fmla="*/ 59912 h 341090"/>
              <a:gd name="connsiteX72" fmla="*/ 67723 w 236029"/>
              <a:gd name="connsiteY72" fmla="*/ 58769 h 341090"/>
              <a:gd name="connsiteX73" fmla="*/ 68199 w 236029"/>
              <a:gd name="connsiteY73" fmla="*/ 57722 h 341090"/>
              <a:gd name="connsiteX74" fmla="*/ 68961 w 236029"/>
              <a:gd name="connsiteY74" fmla="*/ 56960 h 341090"/>
              <a:gd name="connsiteX75" fmla="*/ 70009 w 236029"/>
              <a:gd name="connsiteY75" fmla="*/ 56483 h 341090"/>
              <a:gd name="connsiteX76" fmla="*/ 71152 w 236029"/>
              <a:gd name="connsiteY76" fmla="*/ 56293 h 341090"/>
              <a:gd name="connsiteX77" fmla="*/ 232410 w 236029"/>
              <a:gd name="connsiteY77" fmla="*/ 56293 h 341090"/>
              <a:gd name="connsiteX78" fmla="*/ 228791 w 236029"/>
              <a:gd name="connsiteY78" fmla="*/ 59912 h 341090"/>
              <a:gd name="connsiteX79" fmla="*/ 228791 w 236029"/>
              <a:gd name="connsiteY79" fmla="*/ 3619 h 341090"/>
              <a:gd name="connsiteX80" fmla="*/ 232410 w 236029"/>
              <a:gd name="connsiteY80" fmla="*/ 7239 h 341090"/>
              <a:gd name="connsiteX81" fmla="*/ 3620 w 236029"/>
              <a:gd name="connsiteY81" fmla="*/ 7239 h 341090"/>
              <a:gd name="connsiteX82" fmla="*/ 7239 w 236029"/>
              <a:gd name="connsiteY82" fmla="*/ 3619 h 341090"/>
              <a:gd name="connsiteX83" fmla="*/ 7239 w 236029"/>
              <a:gd name="connsiteY83" fmla="*/ 337471 h 341090"/>
              <a:gd name="connsiteX84" fmla="*/ 7239 w 236029"/>
              <a:gd name="connsiteY84" fmla="*/ 337471 h 341090"/>
              <a:gd name="connsiteX85" fmla="*/ 7239 w 236029"/>
              <a:gd name="connsiteY85" fmla="*/ 337471 h 34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731" h="557">
                <a:moveTo>
                  <a:pt x="0" y="16"/>
                </a:moveTo>
                <a:lnTo>
                  <a:pt x="0" y="14"/>
                </a:lnTo>
                <a:lnTo>
                  <a:pt x="1" y="12"/>
                </a:lnTo>
                <a:lnTo>
                  <a:pt x="2" y="11"/>
                </a:lnTo>
                <a:lnTo>
                  <a:pt x="4" y="10"/>
                </a:lnTo>
                <a:lnTo>
                  <a:pt x="6" y="10"/>
                </a:lnTo>
                <a:lnTo>
                  <a:pt x="366" y="10"/>
                </a:lnTo>
                <a:lnTo>
                  <a:pt x="368" y="10"/>
                </a:lnTo>
                <a:lnTo>
                  <a:pt x="370" y="11"/>
                </a:lnTo>
                <a:lnTo>
                  <a:pt x="371" y="12"/>
                </a:lnTo>
                <a:lnTo>
                  <a:pt x="372" y="14"/>
                </a:lnTo>
                <a:lnTo>
                  <a:pt x="372" y="16"/>
                </a:lnTo>
                <a:lnTo>
                  <a:pt x="372" y="104"/>
                </a:lnTo>
                <a:lnTo>
                  <a:pt x="372" y="106"/>
                </a:lnTo>
                <a:lnTo>
                  <a:pt x="371" y="108"/>
                </a:lnTo>
                <a:lnTo>
                  <a:pt x="370" y="109"/>
                </a:lnTo>
                <a:lnTo>
                  <a:pt x="368" y="110"/>
                </a:lnTo>
                <a:lnTo>
                  <a:pt x="366" y="110"/>
                </a:lnTo>
                <a:lnTo>
                  <a:pt x="112" y="110"/>
                </a:lnTo>
                <a:lnTo>
                  <a:pt x="118" y="104"/>
                </a:lnTo>
                <a:lnTo>
                  <a:pt x="118" y="229"/>
                </a:lnTo>
                <a:lnTo>
                  <a:pt x="112" y="223"/>
                </a:lnTo>
                <a:lnTo>
                  <a:pt x="332" y="223"/>
                </a:lnTo>
                <a:lnTo>
                  <a:pt x="334" y="224"/>
                </a:lnTo>
                <a:lnTo>
                  <a:pt x="335" y="224"/>
                </a:lnTo>
                <a:lnTo>
                  <a:pt x="336" y="226"/>
                </a:lnTo>
                <a:lnTo>
                  <a:pt x="337" y="227"/>
                </a:lnTo>
                <a:lnTo>
                  <a:pt x="337" y="229"/>
                </a:lnTo>
                <a:lnTo>
                  <a:pt x="337" y="318"/>
                </a:lnTo>
                <a:lnTo>
                  <a:pt x="337" y="320"/>
                </a:lnTo>
                <a:lnTo>
                  <a:pt x="336" y="321"/>
                </a:lnTo>
                <a:lnTo>
                  <a:pt x="335" y="323"/>
                </a:lnTo>
                <a:lnTo>
                  <a:pt x="334" y="323"/>
                </a:lnTo>
                <a:lnTo>
                  <a:pt x="332" y="324"/>
                </a:lnTo>
                <a:lnTo>
                  <a:pt x="112" y="324"/>
                </a:lnTo>
                <a:lnTo>
                  <a:pt x="118" y="318"/>
                </a:lnTo>
                <a:lnTo>
                  <a:pt x="118" y="541"/>
                </a:lnTo>
                <a:lnTo>
                  <a:pt x="118" y="543"/>
                </a:lnTo>
                <a:lnTo>
                  <a:pt x="117" y="545"/>
                </a:lnTo>
                <a:lnTo>
                  <a:pt x="116" y="546"/>
                </a:lnTo>
                <a:lnTo>
                  <a:pt x="114" y="547"/>
                </a:lnTo>
                <a:lnTo>
                  <a:pt x="112" y="547"/>
                </a:lnTo>
                <a:lnTo>
                  <a:pt x="6" y="547"/>
                </a:lnTo>
                <a:lnTo>
                  <a:pt x="4" y="547"/>
                </a:lnTo>
                <a:lnTo>
                  <a:pt x="2" y="546"/>
                </a:lnTo>
                <a:lnTo>
                  <a:pt x="1" y="545"/>
                </a:lnTo>
                <a:lnTo>
                  <a:pt x="0" y="543"/>
                </a:lnTo>
                <a:lnTo>
                  <a:pt x="0" y="541"/>
                </a:lnTo>
                <a:lnTo>
                  <a:pt x="0" y="16"/>
                </a:lnTo>
                <a:close/>
                <a:moveTo>
                  <a:pt x="11" y="541"/>
                </a:moveTo>
                <a:lnTo>
                  <a:pt x="6" y="536"/>
                </a:lnTo>
                <a:lnTo>
                  <a:pt x="112" y="536"/>
                </a:lnTo>
                <a:lnTo>
                  <a:pt x="106" y="541"/>
                </a:lnTo>
                <a:lnTo>
                  <a:pt x="106" y="318"/>
                </a:lnTo>
                <a:lnTo>
                  <a:pt x="107" y="316"/>
                </a:lnTo>
                <a:lnTo>
                  <a:pt x="107" y="314"/>
                </a:lnTo>
                <a:lnTo>
                  <a:pt x="109" y="313"/>
                </a:lnTo>
                <a:lnTo>
                  <a:pt x="110" y="312"/>
                </a:lnTo>
                <a:lnTo>
                  <a:pt x="112" y="312"/>
                </a:lnTo>
                <a:lnTo>
                  <a:pt x="332" y="312"/>
                </a:lnTo>
                <a:lnTo>
                  <a:pt x="326" y="318"/>
                </a:lnTo>
                <a:lnTo>
                  <a:pt x="326" y="229"/>
                </a:lnTo>
                <a:lnTo>
                  <a:pt x="332" y="235"/>
                </a:lnTo>
                <a:lnTo>
                  <a:pt x="112" y="235"/>
                </a:lnTo>
                <a:lnTo>
                  <a:pt x="110" y="234"/>
                </a:lnTo>
                <a:lnTo>
                  <a:pt x="109" y="234"/>
                </a:lnTo>
                <a:lnTo>
                  <a:pt x="107" y="233"/>
                </a:lnTo>
                <a:lnTo>
                  <a:pt x="107" y="231"/>
                </a:lnTo>
                <a:lnTo>
                  <a:pt x="106" y="229"/>
                </a:lnTo>
                <a:lnTo>
                  <a:pt x="106" y="104"/>
                </a:lnTo>
                <a:lnTo>
                  <a:pt x="107" y="103"/>
                </a:lnTo>
                <a:lnTo>
                  <a:pt x="107" y="101"/>
                </a:lnTo>
                <a:lnTo>
                  <a:pt x="109" y="100"/>
                </a:lnTo>
                <a:lnTo>
                  <a:pt x="110" y="99"/>
                </a:lnTo>
                <a:lnTo>
                  <a:pt x="112" y="99"/>
                </a:lnTo>
                <a:lnTo>
                  <a:pt x="366" y="99"/>
                </a:lnTo>
                <a:lnTo>
                  <a:pt x="361" y="104"/>
                </a:lnTo>
                <a:lnTo>
                  <a:pt x="361" y="16"/>
                </a:lnTo>
                <a:lnTo>
                  <a:pt x="366" y="21"/>
                </a:lnTo>
                <a:lnTo>
                  <a:pt x="6" y="21"/>
                </a:lnTo>
                <a:lnTo>
                  <a:pt x="11" y="16"/>
                </a:lnTo>
                <a:lnTo>
                  <a:pt x="11" y="541"/>
                </a:lnTo>
                <a:close/>
                <a:moveTo>
                  <a:pt x="591" y="10"/>
                </a:moveTo>
                <a:lnTo>
                  <a:pt x="593" y="10"/>
                </a:lnTo>
                <a:lnTo>
                  <a:pt x="595" y="11"/>
                </a:lnTo>
                <a:lnTo>
                  <a:pt x="596" y="12"/>
                </a:lnTo>
                <a:lnTo>
                  <a:pt x="597" y="14"/>
                </a:lnTo>
                <a:lnTo>
                  <a:pt x="597" y="16"/>
                </a:lnTo>
                <a:lnTo>
                  <a:pt x="597" y="301"/>
                </a:lnTo>
                <a:lnTo>
                  <a:pt x="597" y="332"/>
                </a:lnTo>
                <a:lnTo>
                  <a:pt x="597" y="332"/>
                </a:lnTo>
                <a:lnTo>
                  <a:pt x="598" y="357"/>
                </a:lnTo>
                <a:lnTo>
                  <a:pt x="598" y="356"/>
                </a:lnTo>
                <a:lnTo>
                  <a:pt x="599" y="376"/>
                </a:lnTo>
                <a:lnTo>
                  <a:pt x="599" y="375"/>
                </a:lnTo>
                <a:lnTo>
                  <a:pt x="601" y="388"/>
                </a:lnTo>
                <a:lnTo>
                  <a:pt x="601" y="388"/>
                </a:lnTo>
                <a:lnTo>
                  <a:pt x="603" y="395"/>
                </a:lnTo>
                <a:lnTo>
                  <a:pt x="602" y="395"/>
                </a:lnTo>
                <a:lnTo>
                  <a:pt x="605" y="403"/>
                </a:lnTo>
                <a:lnTo>
                  <a:pt x="605" y="402"/>
                </a:lnTo>
                <a:lnTo>
                  <a:pt x="608" y="409"/>
                </a:lnTo>
                <a:lnTo>
                  <a:pt x="608" y="409"/>
                </a:lnTo>
                <a:lnTo>
                  <a:pt x="611" y="415"/>
                </a:lnTo>
                <a:lnTo>
                  <a:pt x="611" y="415"/>
                </a:lnTo>
                <a:lnTo>
                  <a:pt x="615" y="421"/>
                </a:lnTo>
                <a:lnTo>
                  <a:pt x="615" y="421"/>
                </a:lnTo>
                <a:lnTo>
                  <a:pt x="620" y="427"/>
                </a:lnTo>
                <a:lnTo>
                  <a:pt x="620" y="426"/>
                </a:lnTo>
                <a:lnTo>
                  <a:pt x="625" y="432"/>
                </a:lnTo>
                <a:lnTo>
                  <a:pt x="625" y="431"/>
                </a:lnTo>
                <a:lnTo>
                  <a:pt x="631" y="437"/>
                </a:lnTo>
                <a:lnTo>
                  <a:pt x="631" y="436"/>
                </a:lnTo>
                <a:lnTo>
                  <a:pt x="637" y="441"/>
                </a:lnTo>
                <a:lnTo>
                  <a:pt x="637" y="441"/>
                </a:lnTo>
                <a:lnTo>
                  <a:pt x="644" y="445"/>
                </a:lnTo>
                <a:lnTo>
                  <a:pt x="644" y="444"/>
                </a:lnTo>
                <a:lnTo>
                  <a:pt x="651" y="448"/>
                </a:lnTo>
                <a:lnTo>
                  <a:pt x="651" y="448"/>
                </a:lnTo>
                <a:lnTo>
                  <a:pt x="659" y="450"/>
                </a:lnTo>
                <a:lnTo>
                  <a:pt x="659" y="450"/>
                </a:lnTo>
                <a:lnTo>
                  <a:pt x="668" y="452"/>
                </a:lnTo>
                <a:lnTo>
                  <a:pt x="667" y="452"/>
                </a:lnTo>
                <a:lnTo>
                  <a:pt x="677" y="453"/>
                </a:lnTo>
                <a:lnTo>
                  <a:pt x="677" y="453"/>
                </a:lnTo>
                <a:lnTo>
                  <a:pt x="687" y="454"/>
                </a:lnTo>
                <a:lnTo>
                  <a:pt x="686" y="454"/>
                </a:lnTo>
                <a:lnTo>
                  <a:pt x="697" y="455"/>
                </a:lnTo>
                <a:lnTo>
                  <a:pt x="697" y="455"/>
                </a:lnTo>
                <a:lnTo>
                  <a:pt x="708" y="454"/>
                </a:lnTo>
                <a:lnTo>
                  <a:pt x="708" y="454"/>
                </a:lnTo>
                <a:lnTo>
                  <a:pt x="718" y="453"/>
                </a:lnTo>
                <a:lnTo>
                  <a:pt x="717" y="453"/>
                </a:lnTo>
                <a:lnTo>
                  <a:pt x="727" y="452"/>
                </a:lnTo>
                <a:lnTo>
                  <a:pt x="726" y="452"/>
                </a:lnTo>
                <a:lnTo>
                  <a:pt x="735" y="450"/>
                </a:lnTo>
                <a:lnTo>
                  <a:pt x="735" y="450"/>
                </a:lnTo>
                <a:lnTo>
                  <a:pt x="743" y="448"/>
                </a:lnTo>
                <a:lnTo>
                  <a:pt x="742" y="448"/>
                </a:lnTo>
                <a:lnTo>
                  <a:pt x="750" y="445"/>
                </a:lnTo>
                <a:lnTo>
                  <a:pt x="749" y="445"/>
                </a:lnTo>
                <a:lnTo>
                  <a:pt x="756" y="441"/>
                </a:lnTo>
                <a:lnTo>
                  <a:pt x="755" y="442"/>
                </a:lnTo>
                <a:lnTo>
                  <a:pt x="761" y="437"/>
                </a:lnTo>
                <a:lnTo>
                  <a:pt x="761" y="437"/>
                </a:lnTo>
                <a:lnTo>
                  <a:pt x="766" y="433"/>
                </a:lnTo>
                <a:lnTo>
                  <a:pt x="766" y="433"/>
                </a:lnTo>
                <a:lnTo>
                  <a:pt x="771" y="428"/>
                </a:lnTo>
                <a:lnTo>
                  <a:pt x="771" y="428"/>
                </a:lnTo>
                <a:lnTo>
                  <a:pt x="775" y="423"/>
                </a:lnTo>
                <a:lnTo>
                  <a:pt x="775" y="424"/>
                </a:lnTo>
                <a:lnTo>
                  <a:pt x="778" y="418"/>
                </a:lnTo>
                <a:lnTo>
                  <a:pt x="778" y="418"/>
                </a:lnTo>
                <a:lnTo>
                  <a:pt x="781" y="413"/>
                </a:lnTo>
                <a:lnTo>
                  <a:pt x="781" y="413"/>
                </a:lnTo>
                <a:lnTo>
                  <a:pt x="783" y="407"/>
                </a:lnTo>
                <a:lnTo>
                  <a:pt x="783" y="407"/>
                </a:lnTo>
                <a:lnTo>
                  <a:pt x="785" y="401"/>
                </a:lnTo>
                <a:lnTo>
                  <a:pt x="785" y="401"/>
                </a:lnTo>
                <a:lnTo>
                  <a:pt x="787" y="395"/>
                </a:lnTo>
                <a:lnTo>
                  <a:pt x="786" y="395"/>
                </a:lnTo>
                <a:lnTo>
                  <a:pt x="789" y="380"/>
                </a:lnTo>
                <a:lnTo>
                  <a:pt x="789" y="380"/>
                </a:lnTo>
                <a:lnTo>
                  <a:pt x="790" y="360"/>
                </a:lnTo>
                <a:lnTo>
                  <a:pt x="790" y="360"/>
                </a:lnTo>
                <a:lnTo>
                  <a:pt x="791" y="335"/>
                </a:lnTo>
                <a:lnTo>
                  <a:pt x="791" y="335"/>
                </a:lnTo>
                <a:lnTo>
                  <a:pt x="791" y="306"/>
                </a:lnTo>
                <a:lnTo>
                  <a:pt x="791" y="16"/>
                </a:lnTo>
                <a:lnTo>
                  <a:pt x="792" y="14"/>
                </a:lnTo>
                <a:lnTo>
                  <a:pt x="792" y="12"/>
                </a:lnTo>
                <a:lnTo>
                  <a:pt x="794" y="11"/>
                </a:lnTo>
                <a:lnTo>
                  <a:pt x="795" y="10"/>
                </a:lnTo>
                <a:lnTo>
                  <a:pt x="797" y="10"/>
                </a:lnTo>
                <a:lnTo>
                  <a:pt x="903" y="10"/>
                </a:lnTo>
                <a:lnTo>
                  <a:pt x="905" y="10"/>
                </a:lnTo>
                <a:lnTo>
                  <a:pt x="907" y="11"/>
                </a:lnTo>
                <a:lnTo>
                  <a:pt x="908" y="12"/>
                </a:lnTo>
                <a:lnTo>
                  <a:pt x="909" y="14"/>
                </a:lnTo>
                <a:lnTo>
                  <a:pt x="909" y="16"/>
                </a:lnTo>
                <a:lnTo>
                  <a:pt x="909" y="293"/>
                </a:lnTo>
                <a:lnTo>
                  <a:pt x="908" y="337"/>
                </a:lnTo>
                <a:lnTo>
                  <a:pt x="908" y="337"/>
                </a:lnTo>
                <a:lnTo>
                  <a:pt x="908" y="356"/>
                </a:lnTo>
                <a:lnTo>
                  <a:pt x="908" y="356"/>
                </a:lnTo>
                <a:lnTo>
                  <a:pt x="907" y="374"/>
                </a:lnTo>
                <a:lnTo>
                  <a:pt x="907" y="374"/>
                </a:lnTo>
                <a:lnTo>
                  <a:pt x="906" y="390"/>
                </a:lnTo>
                <a:lnTo>
                  <a:pt x="906" y="390"/>
                </a:lnTo>
                <a:lnTo>
                  <a:pt x="904" y="404"/>
                </a:lnTo>
                <a:lnTo>
                  <a:pt x="904" y="404"/>
                </a:lnTo>
                <a:lnTo>
                  <a:pt x="902" y="417"/>
                </a:lnTo>
                <a:lnTo>
                  <a:pt x="902" y="417"/>
                </a:lnTo>
                <a:lnTo>
                  <a:pt x="900" y="428"/>
                </a:lnTo>
                <a:lnTo>
                  <a:pt x="900" y="428"/>
                </a:lnTo>
                <a:lnTo>
                  <a:pt x="898" y="437"/>
                </a:lnTo>
                <a:lnTo>
                  <a:pt x="898" y="438"/>
                </a:lnTo>
                <a:lnTo>
                  <a:pt x="895" y="447"/>
                </a:lnTo>
                <a:lnTo>
                  <a:pt x="895" y="447"/>
                </a:lnTo>
                <a:lnTo>
                  <a:pt x="892" y="456"/>
                </a:lnTo>
                <a:lnTo>
                  <a:pt x="891" y="456"/>
                </a:lnTo>
                <a:lnTo>
                  <a:pt x="888" y="465"/>
                </a:lnTo>
                <a:lnTo>
                  <a:pt x="888" y="465"/>
                </a:lnTo>
                <a:lnTo>
                  <a:pt x="883" y="473"/>
                </a:lnTo>
                <a:lnTo>
                  <a:pt x="883" y="473"/>
                </a:lnTo>
                <a:lnTo>
                  <a:pt x="879" y="481"/>
                </a:lnTo>
                <a:lnTo>
                  <a:pt x="878" y="481"/>
                </a:lnTo>
                <a:lnTo>
                  <a:pt x="873" y="489"/>
                </a:lnTo>
                <a:lnTo>
                  <a:pt x="873" y="489"/>
                </a:lnTo>
                <a:lnTo>
                  <a:pt x="867" y="496"/>
                </a:lnTo>
                <a:lnTo>
                  <a:pt x="867" y="496"/>
                </a:lnTo>
                <a:lnTo>
                  <a:pt x="861" y="503"/>
                </a:lnTo>
                <a:lnTo>
                  <a:pt x="861" y="503"/>
                </a:lnTo>
                <a:lnTo>
                  <a:pt x="854" y="509"/>
                </a:lnTo>
                <a:lnTo>
                  <a:pt x="854" y="510"/>
                </a:lnTo>
                <a:lnTo>
                  <a:pt x="847" y="515"/>
                </a:lnTo>
                <a:lnTo>
                  <a:pt x="847" y="516"/>
                </a:lnTo>
                <a:lnTo>
                  <a:pt x="839" y="521"/>
                </a:lnTo>
                <a:lnTo>
                  <a:pt x="839" y="521"/>
                </a:lnTo>
                <a:lnTo>
                  <a:pt x="831" y="527"/>
                </a:lnTo>
                <a:lnTo>
                  <a:pt x="831" y="527"/>
                </a:lnTo>
                <a:lnTo>
                  <a:pt x="822" y="532"/>
                </a:lnTo>
                <a:lnTo>
                  <a:pt x="822" y="532"/>
                </a:lnTo>
                <a:lnTo>
                  <a:pt x="813" y="536"/>
                </a:lnTo>
                <a:lnTo>
                  <a:pt x="813" y="536"/>
                </a:lnTo>
                <a:lnTo>
                  <a:pt x="803" y="541"/>
                </a:lnTo>
                <a:lnTo>
                  <a:pt x="803" y="541"/>
                </a:lnTo>
                <a:lnTo>
                  <a:pt x="793" y="544"/>
                </a:lnTo>
                <a:lnTo>
                  <a:pt x="793" y="545"/>
                </a:lnTo>
                <a:lnTo>
                  <a:pt x="782" y="548"/>
                </a:lnTo>
                <a:lnTo>
                  <a:pt x="782" y="548"/>
                </a:lnTo>
                <a:lnTo>
                  <a:pt x="770" y="551"/>
                </a:lnTo>
                <a:lnTo>
                  <a:pt x="770" y="551"/>
                </a:lnTo>
                <a:lnTo>
                  <a:pt x="757" y="553"/>
                </a:lnTo>
                <a:lnTo>
                  <a:pt x="757" y="553"/>
                </a:lnTo>
                <a:lnTo>
                  <a:pt x="744" y="555"/>
                </a:lnTo>
                <a:lnTo>
                  <a:pt x="744" y="555"/>
                </a:lnTo>
                <a:lnTo>
                  <a:pt x="730" y="556"/>
                </a:lnTo>
                <a:lnTo>
                  <a:pt x="730" y="556"/>
                </a:lnTo>
                <a:lnTo>
                  <a:pt x="716" y="557"/>
                </a:lnTo>
                <a:lnTo>
                  <a:pt x="715" y="557"/>
                </a:lnTo>
                <a:lnTo>
                  <a:pt x="700" y="557"/>
                </a:lnTo>
                <a:lnTo>
                  <a:pt x="700" y="557"/>
                </a:lnTo>
                <a:lnTo>
                  <a:pt x="682" y="557"/>
                </a:lnTo>
                <a:lnTo>
                  <a:pt x="682" y="557"/>
                </a:lnTo>
                <a:lnTo>
                  <a:pt x="665" y="556"/>
                </a:lnTo>
                <a:lnTo>
                  <a:pt x="665" y="556"/>
                </a:lnTo>
                <a:lnTo>
                  <a:pt x="649" y="555"/>
                </a:lnTo>
                <a:lnTo>
                  <a:pt x="648" y="555"/>
                </a:lnTo>
                <a:lnTo>
                  <a:pt x="633" y="553"/>
                </a:lnTo>
                <a:lnTo>
                  <a:pt x="633" y="553"/>
                </a:lnTo>
                <a:lnTo>
                  <a:pt x="620" y="550"/>
                </a:lnTo>
                <a:lnTo>
                  <a:pt x="619" y="550"/>
                </a:lnTo>
                <a:lnTo>
                  <a:pt x="607" y="547"/>
                </a:lnTo>
                <a:lnTo>
                  <a:pt x="606" y="547"/>
                </a:lnTo>
                <a:lnTo>
                  <a:pt x="595" y="544"/>
                </a:lnTo>
                <a:lnTo>
                  <a:pt x="594" y="543"/>
                </a:lnTo>
                <a:lnTo>
                  <a:pt x="584" y="539"/>
                </a:lnTo>
                <a:lnTo>
                  <a:pt x="584" y="539"/>
                </a:lnTo>
                <a:lnTo>
                  <a:pt x="575" y="535"/>
                </a:lnTo>
                <a:lnTo>
                  <a:pt x="574" y="535"/>
                </a:lnTo>
                <a:lnTo>
                  <a:pt x="565" y="530"/>
                </a:lnTo>
                <a:lnTo>
                  <a:pt x="565" y="530"/>
                </a:lnTo>
                <a:lnTo>
                  <a:pt x="557" y="524"/>
                </a:lnTo>
                <a:lnTo>
                  <a:pt x="556" y="524"/>
                </a:lnTo>
                <a:lnTo>
                  <a:pt x="548" y="519"/>
                </a:lnTo>
                <a:lnTo>
                  <a:pt x="548" y="519"/>
                </a:lnTo>
                <a:lnTo>
                  <a:pt x="541" y="513"/>
                </a:lnTo>
                <a:lnTo>
                  <a:pt x="540" y="512"/>
                </a:lnTo>
                <a:lnTo>
                  <a:pt x="533" y="506"/>
                </a:lnTo>
                <a:lnTo>
                  <a:pt x="533" y="506"/>
                </a:lnTo>
                <a:lnTo>
                  <a:pt x="527" y="500"/>
                </a:lnTo>
                <a:lnTo>
                  <a:pt x="526" y="499"/>
                </a:lnTo>
                <a:lnTo>
                  <a:pt x="521" y="493"/>
                </a:lnTo>
                <a:lnTo>
                  <a:pt x="520" y="492"/>
                </a:lnTo>
                <a:lnTo>
                  <a:pt x="515" y="485"/>
                </a:lnTo>
                <a:lnTo>
                  <a:pt x="515" y="485"/>
                </a:lnTo>
                <a:lnTo>
                  <a:pt x="510" y="478"/>
                </a:lnTo>
                <a:lnTo>
                  <a:pt x="510" y="478"/>
                </a:lnTo>
                <a:lnTo>
                  <a:pt x="505" y="470"/>
                </a:lnTo>
                <a:lnTo>
                  <a:pt x="505" y="470"/>
                </a:lnTo>
                <a:lnTo>
                  <a:pt x="501" y="463"/>
                </a:lnTo>
                <a:lnTo>
                  <a:pt x="501" y="463"/>
                </a:lnTo>
                <a:lnTo>
                  <a:pt x="498" y="455"/>
                </a:lnTo>
                <a:lnTo>
                  <a:pt x="497" y="455"/>
                </a:lnTo>
                <a:lnTo>
                  <a:pt x="494" y="448"/>
                </a:lnTo>
                <a:lnTo>
                  <a:pt x="494" y="447"/>
                </a:lnTo>
                <a:lnTo>
                  <a:pt x="492" y="440"/>
                </a:lnTo>
                <a:lnTo>
                  <a:pt x="492" y="439"/>
                </a:lnTo>
                <a:lnTo>
                  <a:pt x="489" y="432"/>
                </a:lnTo>
                <a:lnTo>
                  <a:pt x="489" y="431"/>
                </a:lnTo>
                <a:lnTo>
                  <a:pt x="487" y="419"/>
                </a:lnTo>
                <a:lnTo>
                  <a:pt x="487" y="419"/>
                </a:lnTo>
                <a:lnTo>
                  <a:pt x="485" y="406"/>
                </a:lnTo>
                <a:lnTo>
                  <a:pt x="485" y="406"/>
                </a:lnTo>
                <a:lnTo>
                  <a:pt x="483" y="391"/>
                </a:lnTo>
                <a:lnTo>
                  <a:pt x="483" y="391"/>
                </a:lnTo>
                <a:lnTo>
                  <a:pt x="482" y="375"/>
                </a:lnTo>
                <a:lnTo>
                  <a:pt x="482" y="375"/>
                </a:lnTo>
                <a:lnTo>
                  <a:pt x="480" y="357"/>
                </a:lnTo>
                <a:lnTo>
                  <a:pt x="480" y="357"/>
                </a:lnTo>
                <a:lnTo>
                  <a:pt x="480" y="338"/>
                </a:lnTo>
                <a:lnTo>
                  <a:pt x="480" y="338"/>
                </a:lnTo>
                <a:lnTo>
                  <a:pt x="479" y="318"/>
                </a:lnTo>
                <a:lnTo>
                  <a:pt x="479" y="318"/>
                </a:lnTo>
                <a:lnTo>
                  <a:pt x="479" y="296"/>
                </a:lnTo>
                <a:lnTo>
                  <a:pt x="479" y="16"/>
                </a:lnTo>
                <a:lnTo>
                  <a:pt x="479" y="14"/>
                </a:lnTo>
                <a:lnTo>
                  <a:pt x="480" y="12"/>
                </a:lnTo>
                <a:lnTo>
                  <a:pt x="481" y="11"/>
                </a:lnTo>
                <a:lnTo>
                  <a:pt x="483" y="10"/>
                </a:lnTo>
                <a:lnTo>
                  <a:pt x="485" y="10"/>
                </a:lnTo>
                <a:lnTo>
                  <a:pt x="591" y="10"/>
                </a:lnTo>
                <a:lnTo>
                  <a:pt x="591" y="10"/>
                </a:lnTo>
                <a:close/>
                <a:moveTo>
                  <a:pt x="485" y="22"/>
                </a:moveTo>
                <a:lnTo>
                  <a:pt x="491" y="16"/>
                </a:lnTo>
                <a:lnTo>
                  <a:pt x="491" y="297"/>
                </a:lnTo>
                <a:lnTo>
                  <a:pt x="491" y="318"/>
                </a:lnTo>
                <a:lnTo>
                  <a:pt x="491" y="318"/>
                </a:lnTo>
                <a:lnTo>
                  <a:pt x="491" y="338"/>
                </a:lnTo>
                <a:lnTo>
                  <a:pt x="491" y="338"/>
                </a:lnTo>
                <a:lnTo>
                  <a:pt x="492" y="357"/>
                </a:lnTo>
                <a:lnTo>
                  <a:pt x="492" y="357"/>
                </a:lnTo>
                <a:lnTo>
                  <a:pt x="493" y="374"/>
                </a:lnTo>
                <a:lnTo>
                  <a:pt x="493" y="374"/>
                </a:lnTo>
                <a:lnTo>
                  <a:pt x="495" y="390"/>
                </a:lnTo>
                <a:lnTo>
                  <a:pt x="495" y="390"/>
                </a:lnTo>
                <a:lnTo>
                  <a:pt x="496" y="404"/>
                </a:lnTo>
                <a:lnTo>
                  <a:pt x="496" y="404"/>
                </a:lnTo>
                <a:lnTo>
                  <a:pt x="498" y="418"/>
                </a:lnTo>
                <a:lnTo>
                  <a:pt x="498" y="417"/>
                </a:lnTo>
                <a:lnTo>
                  <a:pt x="501" y="429"/>
                </a:lnTo>
                <a:lnTo>
                  <a:pt x="501" y="429"/>
                </a:lnTo>
                <a:lnTo>
                  <a:pt x="503" y="437"/>
                </a:lnTo>
                <a:lnTo>
                  <a:pt x="503" y="436"/>
                </a:lnTo>
                <a:lnTo>
                  <a:pt x="505" y="444"/>
                </a:lnTo>
                <a:lnTo>
                  <a:pt x="505" y="444"/>
                </a:lnTo>
                <a:lnTo>
                  <a:pt x="508" y="451"/>
                </a:lnTo>
                <a:lnTo>
                  <a:pt x="508" y="451"/>
                </a:lnTo>
                <a:lnTo>
                  <a:pt x="511" y="458"/>
                </a:lnTo>
                <a:lnTo>
                  <a:pt x="511" y="458"/>
                </a:lnTo>
                <a:lnTo>
                  <a:pt x="515" y="465"/>
                </a:lnTo>
                <a:lnTo>
                  <a:pt x="515" y="465"/>
                </a:lnTo>
                <a:lnTo>
                  <a:pt x="519" y="472"/>
                </a:lnTo>
                <a:lnTo>
                  <a:pt x="519" y="472"/>
                </a:lnTo>
                <a:lnTo>
                  <a:pt x="524" y="479"/>
                </a:lnTo>
                <a:lnTo>
                  <a:pt x="524" y="478"/>
                </a:lnTo>
                <a:lnTo>
                  <a:pt x="530" y="485"/>
                </a:lnTo>
                <a:lnTo>
                  <a:pt x="529" y="485"/>
                </a:lnTo>
                <a:lnTo>
                  <a:pt x="535" y="492"/>
                </a:lnTo>
                <a:lnTo>
                  <a:pt x="535" y="491"/>
                </a:lnTo>
                <a:lnTo>
                  <a:pt x="541" y="498"/>
                </a:lnTo>
                <a:lnTo>
                  <a:pt x="541" y="498"/>
                </a:lnTo>
                <a:lnTo>
                  <a:pt x="548" y="504"/>
                </a:lnTo>
                <a:lnTo>
                  <a:pt x="548" y="503"/>
                </a:lnTo>
                <a:lnTo>
                  <a:pt x="555" y="509"/>
                </a:lnTo>
                <a:lnTo>
                  <a:pt x="555" y="509"/>
                </a:lnTo>
                <a:lnTo>
                  <a:pt x="563" y="515"/>
                </a:lnTo>
                <a:lnTo>
                  <a:pt x="562" y="515"/>
                </a:lnTo>
                <a:lnTo>
                  <a:pt x="571" y="520"/>
                </a:lnTo>
                <a:lnTo>
                  <a:pt x="570" y="520"/>
                </a:lnTo>
                <a:lnTo>
                  <a:pt x="579" y="524"/>
                </a:lnTo>
                <a:lnTo>
                  <a:pt x="579" y="524"/>
                </a:lnTo>
                <a:lnTo>
                  <a:pt x="589" y="529"/>
                </a:lnTo>
                <a:lnTo>
                  <a:pt x="588" y="529"/>
                </a:lnTo>
                <a:lnTo>
                  <a:pt x="599" y="533"/>
                </a:lnTo>
                <a:lnTo>
                  <a:pt x="598" y="532"/>
                </a:lnTo>
                <a:lnTo>
                  <a:pt x="609" y="536"/>
                </a:lnTo>
                <a:lnTo>
                  <a:pt x="609" y="536"/>
                </a:lnTo>
                <a:lnTo>
                  <a:pt x="622" y="539"/>
                </a:lnTo>
                <a:lnTo>
                  <a:pt x="621" y="539"/>
                </a:lnTo>
                <a:lnTo>
                  <a:pt x="635" y="541"/>
                </a:lnTo>
                <a:lnTo>
                  <a:pt x="635" y="541"/>
                </a:lnTo>
                <a:lnTo>
                  <a:pt x="650" y="543"/>
                </a:lnTo>
                <a:lnTo>
                  <a:pt x="649" y="543"/>
                </a:lnTo>
                <a:lnTo>
                  <a:pt x="665" y="545"/>
                </a:lnTo>
                <a:lnTo>
                  <a:pt x="665" y="545"/>
                </a:lnTo>
                <a:lnTo>
                  <a:pt x="682" y="545"/>
                </a:lnTo>
                <a:lnTo>
                  <a:pt x="682" y="545"/>
                </a:lnTo>
                <a:lnTo>
                  <a:pt x="700" y="546"/>
                </a:lnTo>
                <a:lnTo>
                  <a:pt x="700" y="546"/>
                </a:lnTo>
                <a:lnTo>
                  <a:pt x="715" y="545"/>
                </a:lnTo>
                <a:lnTo>
                  <a:pt x="715" y="545"/>
                </a:lnTo>
                <a:lnTo>
                  <a:pt x="729" y="545"/>
                </a:lnTo>
                <a:lnTo>
                  <a:pt x="729" y="545"/>
                </a:lnTo>
                <a:lnTo>
                  <a:pt x="743" y="543"/>
                </a:lnTo>
                <a:lnTo>
                  <a:pt x="743" y="543"/>
                </a:lnTo>
                <a:lnTo>
                  <a:pt x="756" y="542"/>
                </a:lnTo>
                <a:lnTo>
                  <a:pt x="755" y="542"/>
                </a:lnTo>
                <a:lnTo>
                  <a:pt x="768" y="539"/>
                </a:lnTo>
                <a:lnTo>
                  <a:pt x="767" y="539"/>
                </a:lnTo>
                <a:lnTo>
                  <a:pt x="779" y="537"/>
                </a:lnTo>
                <a:lnTo>
                  <a:pt x="779" y="537"/>
                </a:lnTo>
                <a:lnTo>
                  <a:pt x="789" y="533"/>
                </a:lnTo>
                <a:lnTo>
                  <a:pt x="789" y="534"/>
                </a:lnTo>
                <a:lnTo>
                  <a:pt x="799" y="530"/>
                </a:lnTo>
                <a:lnTo>
                  <a:pt x="799" y="530"/>
                </a:lnTo>
                <a:lnTo>
                  <a:pt x="808" y="526"/>
                </a:lnTo>
                <a:lnTo>
                  <a:pt x="808" y="526"/>
                </a:lnTo>
                <a:lnTo>
                  <a:pt x="817" y="521"/>
                </a:lnTo>
                <a:lnTo>
                  <a:pt x="817" y="522"/>
                </a:lnTo>
                <a:lnTo>
                  <a:pt x="825" y="517"/>
                </a:lnTo>
                <a:lnTo>
                  <a:pt x="825" y="517"/>
                </a:lnTo>
                <a:lnTo>
                  <a:pt x="833" y="512"/>
                </a:lnTo>
                <a:lnTo>
                  <a:pt x="833" y="512"/>
                </a:lnTo>
                <a:lnTo>
                  <a:pt x="840" y="506"/>
                </a:lnTo>
                <a:lnTo>
                  <a:pt x="840" y="506"/>
                </a:lnTo>
                <a:lnTo>
                  <a:pt x="847" y="501"/>
                </a:lnTo>
                <a:lnTo>
                  <a:pt x="846" y="501"/>
                </a:lnTo>
                <a:lnTo>
                  <a:pt x="853" y="495"/>
                </a:lnTo>
                <a:lnTo>
                  <a:pt x="853" y="495"/>
                </a:lnTo>
                <a:lnTo>
                  <a:pt x="859" y="489"/>
                </a:lnTo>
                <a:lnTo>
                  <a:pt x="858" y="489"/>
                </a:lnTo>
                <a:lnTo>
                  <a:pt x="864" y="482"/>
                </a:lnTo>
                <a:lnTo>
                  <a:pt x="864" y="482"/>
                </a:lnTo>
                <a:lnTo>
                  <a:pt x="869" y="475"/>
                </a:lnTo>
                <a:lnTo>
                  <a:pt x="869" y="475"/>
                </a:lnTo>
                <a:lnTo>
                  <a:pt x="873" y="468"/>
                </a:lnTo>
                <a:lnTo>
                  <a:pt x="873" y="468"/>
                </a:lnTo>
                <a:lnTo>
                  <a:pt x="877" y="460"/>
                </a:lnTo>
                <a:lnTo>
                  <a:pt x="877" y="460"/>
                </a:lnTo>
                <a:lnTo>
                  <a:pt x="881" y="452"/>
                </a:lnTo>
                <a:lnTo>
                  <a:pt x="881" y="452"/>
                </a:lnTo>
                <a:lnTo>
                  <a:pt x="884" y="443"/>
                </a:lnTo>
                <a:lnTo>
                  <a:pt x="884" y="444"/>
                </a:lnTo>
                <a:lnTo>
                  <a:pt x="887" y="434"/>
                </a:lnTo>
                <a:lnTo>
                  <a:pt x="887" y="435"/>
                </a:lnTo>
                <a:lnTo>
                  <a:pt x="889" y="425"/>
                </a:lnTo>
                <a:lnTo>
                  <a:pt x="889" y="425"/>
                </a:lnTo>
                <a:lnTo>
                  <a:pt x="891" y="415"/>
                </a:lnTo>
                <a:lnTo>
                  <a:pt x="891" y="415"/>
                </a:lnTo>
                <a:lnTo>
                  <a:pt x="893" y="403"/>
                </a:lnTo>
                <a:lnTo>
                  <a:pt x="893" y="403"/>
                </a:lnTo>
                <a:lnTo>
                  <a:pt x="894" y="389"/>
                </a:lnTo>
                <a:lnTo>
                  <a:pt x="894" y="389"/>
                </a:lnTo>
                <a:lnTo>
                  <a:pt x="895" y="373"/>
                </a:lnTo>
                <a:lnTo>
                  <a:pt x="895" y="373"/>
                </a:lnTo>
                <a:lnTo>
                  <a:pt x="896" y="356"/>
                </a:lnTo>
                <a:lnTo>
                  <a:pt x="896" y="356"/>
                </a:lnTo>
                <a:lnTo>
                  <a:pt x="897" y="336"/>
                </a:lnTo>
                <a:lnTo>
                  <a:pt x="897" y="337"/>
                </a:lnTo>
                <a:lnTo>
                  <a:pt x="897" y="293"/>
                </a:lnTo>
                <a:lnTo>
                  <a:pt x="897" y="16"/>
                </a:lnTo>
                <a:lnTo>
                  <a:pt x="903" y="22"/>
                </a:lnTo>
                <a:lnTo>
                  <a:pt x="797" y="22"/>
                </a:lnTo>
                <a:lnTo>
                  <a:pt x="803" y="16"/>
                </a:lnTo>
                <a:lnTo>
                  <a:pt x="803" y="307"/>
                </a:lnTo>
                <a:lnTo>
                  <a:pt x="802" y="336"/>
                </a:lnTo>
                <a:lnTo>
                  <a:pt x="802" y="336"/>
                </a:lnTo>
                <a:lnTo>
                  <a:pt x="801" y="361"/>
                </a:lnTo>
                <a:lnTo>
                  <a:pt x="801" y="361"/>
                </a:lnTo>
                <a:lnTo>
                  <a:pt x="800" y="381"/>
                </a:lnTo>
                <a:lnTo>
                  <a:pt x="800" y="382"/>
                </a:lnTo>
                <a:lnTo>
                  <a:pt x="798" y="397"/>
                </a:lnTo>
                <a:lnTo>
                  <a:pt x="798" y="398"/>
                </a:lnTo>
                <a:lnTo>
                  <a:pt x="796" y="404"/>
                </a:lnTo>
                <a:lnTo>
                  <a:pt x="796" y="405"/>
                </a:lnTo>
                <a:lnTo>
                  <a:pt x="794" y="411"/>
                </a:lnTo>
                <a:lnTo>
                  <a:pt x="794" y="412"/>
                </a:lnTo>
                <a:lnTo>
                  <a:pt x="791" y="418"/>
                </a:lnTo>
                <a:lnTo>
                  <a:pt x="791" y="418"/>
                </a:lnTo>
                <a:lnTo>
                  <a:pt x="788" y="424"/>
                </a:lnTo>
                <a:lnTo>
                  <a:pt x="788" y="425"/>
                </a:lnTo>
                <a:lnTo>
                  <a:pt x="784" y="430"/>
                </a:lnTo>
                <a:lnTo>
                  <a:pt x="784" y="431"/>
                </a:lnTo>
                <a:lnTo>
                  <a:pt x="779" y="436"/>
                </a:lnTo>
                <a:lnTo>
                  <a:pt x="779" y="436"/>
                </a:lnTo>
                <a:lnTo>
                  <a:pt x="774" y="441"/>
                </a:lnTo>
                <a:lnTo>
                  <a:pt x="774" y="441"/>
                </a:lnTo>
                <a:lnTo>
                  <a:pt x="769" y="446"/>
                </a:lnTo>
                <a:lnTo>
                  <a:pt x="768" y="446"/>
                </a:lnTo>
                <a:lnTo>
                  <a:pt x="762" y="451"/>
                </a:lnTo>
                <a:lnTo>
                  <a:pt x="762" y="451"/>
                </a:lnTo>
                <a:lnTo>
                  <a:pt x="755" y="455"/>
                </a:lnTo>
                <a:lnTo>
                  <a:pt x="754" y="455"/>
                </a:lnTo>
                <a:lnTo>
                  <a:pt x="747" y="458"/>
                </a:lnTo>
                <a:lnTo>
                  <a:pt x="746" y="458"/>
                </a:lnTo>
                <a:lnTo>
                  <a:pt x="738" y="461"/>
                </a:lnTo>
                <a:lnTo>
                  <a:pt x="738" y="461"/>
                </a:lnTo>
                <a:lnTo>
                  <a:pt x="729" y="463"/>
                </a:lnTo>
                <a:lnTo>
                  <a:pt x="728" y="463"/>
                </a:lnTo>
                <a:lnTo>
                  <a:pt x="719" y="465"/>
                </a:lnTo>
                <a:lnTo>
                  <a:pt x="719" y="465"/>
                </a:lnTo>
                <a:lnTo>
                  <a:pt x="708" y="466"/>
                </a:lnTo>
                <a:lnTo>
                  <a:pt x="708" y="466"/>
                </a:lnTo>
                <a:lnTo>
                  <a:pt x="697" y="466"/>
                </a:lnTo>
                <a:lnTo>
                  <a:pt x="697" y="466"/>
                </a:lnTo>
                <a:lnTo>
                  <a:pt x="686" y="466"/>
                </a:lnTo>
                <a:lnTo>
                  <a:pt x="686" y="466"/>
                </a:lnTo>
                <a:lnTo>
                  <a:pt x="675" y="465"/>
                </a:lnTo>
                <a:lnTo>
                  <a:pt x="675" y="465"/>
                </a:lnTo>
                <a:lnTo>
                  <a:pt x="665" y="463"/>
                </a:lnTo>
                <a:lnTo>
                  <a:pt x="665" y="463"/>
                </a:lnTo>
                <a:lnTo>
                  <a:pt x="656" y="461"/>
                </a:lnTo>
                <a:lnTo>
                  <a:pt x="656" y="461"/>
                </a:lnTo>
                <a:lnTo>
                  <a:pt x="647" y="458"/>
                </a:lnTo>
                <a:lnTo>
                  <a:pt x="647" y="458"/>
                </a:lnTo>
                <a:lnTo>
                  <a:pt x="639" y="455"/>
                </a:lnTo>
                <a:lnTo>
                  <a:pt x="638" y="454"/>
                </a:lnTo>
                <a:lnTo>
                  <a:pt x="631" y="450"/>
                </a:lnTo>
                <a:lnTo>
                  <a:pt x="631" y="450"/>
                </a:lnTo>
                <a:lnTo>
                  <a:pt x="624" y="445"/>
                </a:lnTo>
                <a:lnTo>
                  <a:pt x="624" y="445"/>
                </a:lnTo>
                <a:lnTo>
                  <a:pt x="618" y="440"/>
                </a:lnTo>
                <a:lnTo>
                  <a:pt x="617" y="440"/>
                </a:lnTo>
                <a:lnTo>
                  <a:pt x="612" y="434"/>
                </a:lnTo>
                <a:lnTo>
                  <a:pt x="611" y="434"/>
                </a:lnTo>
                <a:lnTo>
                  <a:pt x="606" y="428"/>
                </a:lnTo>
                <a:lnTo>
                  <a:pt x="606" y="427"/>
                </a:lnTo>
                <a:lnTo>
                  <a:pt x="602" y="421"/>
                </a:lnTo>
                <a:lnTo>
                  <a:pt x="602" y="421"/>
                </a:lnTo>
                <a:lnTo>
                  <a:pt x="598" y="414"/>
                </a:lnTo>
                <a:lnTo>
                  <a:pt x="597" y="413"/>
                </a:lnTo>
                <a:lnTo>
                  <a:pt x="594" y="406"/>
                </a:lnTo>
                <a:lnTo>
                  <a:pt x="594" y="406"/>
                </a:lnTo>
                <a:lnTo>
                  <a:pt x="592" y="398"/>
                </a:lnTo>
                <a:lnTo>
                  <a:pt x="591" y="398"/>
                </a:lnTo>
                <a:lnTo>
                  <a:pt x="590" y="390"/>
                </a:lnTo>
                <a:lnTo>
                  <a:pt x="589" y="389"/>
                </a:lnTo>
                <a:lnTo>
                  <a:pt x="588" y="376"/>
                </a:lnTo>
                <a:lnTo>
                  <a:pt x="588" y="376"/>
                </a:lnTo>
                <a:lnTo>
                  <a:pt x="587" y="357"/>
                </a:lnTo>
                <a:lnTo>
                  <a:pt x="587" y="357"/>
                </a:lnTo>
                <a:lnTo>
                  <a:pt x="586" y="332"/>
                </a:lnTo>
                <a:lnTo>
                  <a:pt x="586" y="332"/>
                </a:lnTo>
                <a:lnTo>
                  <a:pt x="585" y="301"/>
                </a:lnTo>
                <a:lnTo>
                  <a:pt x="585" y="16"/>
                </a:lnTo>
                <a:lnTo>
                  <a:pt x="591" y="22"/>
                </a:lnTo>
                <a:lnTo>
                  <a:pt x="485" y="22"/>
                </a:lnTo>
                <a:close/>
                <a:moveTo>
                  <a:pt x="1159" y="104"/>
                </a:moveTo>
                <a:lnTo>
                  <a:pt x="1165" y="110"/>
                </a:lnTo>
                <a:lnTo>
                  <a:pt x="1009" y="110"/>
                </a:lnTo>
                <a:lnTo>
                  <a:pt x="1007" y="110"/>
                </a:lnTo>
                <a:lnTo>
                  <a:pt x="1005" y="109"/>
                </a:lnTo>
                <a:lnTo>
                  <a:pt x="1004" y="108"/>
                </a:lnTo>
                <a:lnTo>
                  <a:pt x="1003" y="106"/>
                </a:lnTo>
                <a:lnTo>
                  <a:pt x="1003" y="104"/>
                </a:lnTo>
                <a:lnTo>
                  <a:pt x="1003" y="16"/>
                </a:lnTo>
                <a:lnTo>
                  <a:pt x="1003" y="14"/>
                </a:lnTo>
                <a:lnTo>
                  <a:pt x="1004" y="12"/>
                </a:lnTo>
                <a:lnTo>
                  <a:pt x="1005" y="11"/>
                </a:lnTo>
                <a:lnTo>
                  <a:pt x="1007" y="10"/>
                </a:lnTo>
                <a:lnTo>
                  <a:pt x="1009" y="10"/>
                </a:lnTo>
                <a:lnTo>
                  <a:pt x="1426" y="10"/>
                </a:lnTo>
                <a:lnTo>
                  <a:pt x="1428" y="10"/>
                </a:lnTo>
                <a:lnTo>
                  <a:pt x="1430" y="11"/>
                </a:lnTo>
                <a:lnTo>
                  <a:pt x="1431" y="12"/>
                </a:lnTo>
                <a:lnTo>
                  <a:pt x="1432" y="14"/>
                </a:lnTo>
                <a:lnTo>
                  <a:pt x="1432" y="16"/>
                </a:lnTo>
                <a:lnTo>
                  <a:pt x="1432" y="104"/>
                </a:lnTo>
                <a:lnTo>
                  <a:pt x="1432" y="106"/>
                </a:lnTo>
                <a:lnTo>
                  <a:pt x="1431" y="108"/>
                </a:lnTo>
                <a:lnTo>
                  <a:pt x="1430" y="109"/>
                </a:lnTo>
                <a:lnTo>
                  <a:pt x="1428" y="110"/>
                </a:lnTo>
                <a:lnTo>
                  <a:pt x="1426" y="110"/>
                </a:lnTo>
                <a:lnTo>
                  <a:pt x="1271" y="110"/>
                </a:lnTo>
                <a:lnTo>
                  <a:pt x="1277" y="104"/>
                </a:lnTo>
                <a:lnTo>
                  <a:pt x="1277" y="541"/>
                </a:lnTo>
                <a:lnTo>
                  <a:pt x="1276" y="543"/>
                </a:lnTo>
                <a:lnTo>
                  <a:pt x="1276" y="545"/>
                </a:lnTo>
                <a:lnTo>
                  <a:pt x="1274" y="546"/>
                </a:lnTo>
                <a:lnTo>
                  <a:pt x="1273" y="547"/>
                </a:lnTo>
                <a:lnTo>
                  <a:pt x="1271" y="547"/>
                </a:lnTo>
                <a:lnTo>
                  <a:pt x="1165" y="547"/>
                </a:lnTo>
                <a:lnTo>
                  <a:pt x="1163" y="547"/>
                </a:lnTo>
                <a:lnTo>
                  <a:pt x="1161" y="546"/>
                </a:lnTo>
                <a:lnTo>
                  <a:pt x="1160" y="545"/>
                </a:lnTo>
                <a:lnTo>
                  <a:pt x="1159" y="543"/>
                </a:lnTo>
                <a:lnTo>
                  <a:pt x="1159" y="541"/>
                </a:lnTo>
                <a:lnTo>
                  <a:pt x="1159" y="104"/>
                </a:lnTo>
                <a:close/>
                <a:moveTo>
                  <a:pt x="1170" y="541"/>
                </a:moveTo>
                <a:lnTo>
                  <a:pt x="1165" y="536"/>
                </a:lnTo>
                <a:lnTo>
                  <a:pt x="1271" y="536"/>
                </a:lnTo>
                <a:lnTo>
                  <a:pt x="1265" y="541"/>
                </a:lnTo>
                <a:lnTo>
                  <a:pt x="1265" y="104"/>
                </a:lnTo>
                <a:lnTo>
                  <a:pt x="1266" y="103"/>
                </a:lnTo>
                <a:lnTo>
                  <a:pt x="1266" y="101"/>
                </a:lnTo>
                <a:lnTo>
                  <a:pt x="1268" y="100"/>
                </a:lnTo>
                <a:lnTo>
                  <a:pt x="1269" y="99"/>
                </a:lnTo>
                <a:lnTo>
                  <a:pt x="1271" y="99"/>
                </a:lnTo>
                <a:lnTo>
                  <a:pt x="1426" y="99"/>
                </a:lnTo>
                <a:lnTo>
                  <a:pt x="1421" y="104"/>
                </a:lnTo>
                <a:lnTo>
                  <a:pt x="1421" y="16"/>
                </a:lnTo>
                <a:lnTo>
                  <a:pt x="1426" y="21"/>
                </a:lnTo>
                <a:lnTo>
                  <a:pt x="1009" y="21"/>
                </a:lnTo>
                <a:lnTo>
                  <a:pt x="1014" y="16"/>
                </a:lnTo>
                <a:lnTo>
                  <a:pt x="1014" y="104"/>
                </a:lnTo>
                <a:lnTo>
                  <a:pt x="1009" y="99"/>
                </a:lnTo>
                <a:lnTo>
                  <a:pt x="1165" y="99"/>
                </a:lnTo>
                <a:lnTo>
                  <a:pt x="1166" y="99"/>
                </a:lnTo>
                <a:lnTo>
                  <a:pt x="1168" y="100"/>
                </a:lnTo>
                <a:lnTo>
                  <a:pt x="1169" y="101"/>
                </a:lnTo>
                <a:lnTo>
                  <a:pt x="1170" y="103"/>
                </a:lnTo>
                <a:lnTo>
                  <a:pt x="1170" y="104"/>
                </a:lnTo>
                <a:lnTo>
                  <a:pt x="1170" y="541"/>
                </a:lnTo>
                <a:lnTo>
                  <a:pt x="1170" y="541"/>
                </a:lnTo>
                <a:close/>
                <a:moveTo>
                  <a:pt x="1630" y="10"/>
                </a:moveTo>
                <a:lnTo>
                  <a:pt x="1632" y="10"/>
                </a:lnTo>
                <a:lnTo>
                  <a:pt x="1633" y="11"/>
                </a:lnTo>
                <a:lnTo>
                  <a:pt x="1635" y="12"/>
                </a:lnTo>
                <a:lnTo>
                  <a:pt x="1635" y="14"/>
                </a:lnTo>
                <a:lnTo>
                  <a:pt x="1636" y="16"/>
                </a:lnTo>
                <a:lnTo>
                  <a:pt x="1636" y="301"/>
                </a:lnTo>
                <a:lnTo>
                  <a:pt x="1636" y="332"/>
                </a:lnTo>
                <a:lnTo>
                  <a:pt x="1636" y="332"/>
                </a:lnTo>
                <a:lnTo>
                  <a:pt x="1637" y="357"/>
                </a:lnTo>
                <a:lnTo>
                  <a:pt x="1637" y="356"/>
                </a:lnTo>
                <a:lnTo>
                  <a:pt x="1638" y="376"/>
                </a:lnTo>
                <a:lnTo>
                  <a:pt x="1638" y="375"/>
                </a:lnTo>
                <a:lnTo>
                  <a:pt x="1640" y="388"/>
                </a:lnTo>
                <a:lnTo>
                  <a:pt x="1639" y="388"/>
                </a:lnTo>
                <a:lnTo>
                  <a:pt x="1641" y="395"/>
                </a:lnTo>
                <a:lnTo>
                  <a:pt x="1641" y="395"/>
                </a:lnTo>
                <a:lnTo>
                  <a:pt x="1644" y="403"/>
                </a:lnTo>
                <a:lnTo>
                  <a:pt x="1644" y="402"/>
                </a:lnTo>
                <a:lnTo>
                  <a:pt x="1647" y="409"/>
                </a:lnTo>
                <a:lnTo>
                  <a:pt x="1647" y="409"/>
                </a:lnTo>
                <a:lnTo>
                  <a:pt x="1650" y="415"/>
                </a:lnTo>
                <a:lnTo>
                  <a:pt x="1650" y="415"/>
                </a:lnTo>
                <a:lnTo>
                  <a:pt x="1654" y="421"/>
                </a:lnTo>
                <a:lnTo>
                  <a:pt x="1654" y="421"/>
                </a:lnTo>
                <a:lnTo>
                  <a:pt x="1659" y="427"/>
                </a:lnTo>
                <a:lnTo>
                  <a:pt x="1659" y="426"/>
                </a:lnTo>
                <a:lnTo>
                  <a:pt x="1664" y="432"/>
                </a:lnTo>
                <a:lnTo>
                  <a:pt x="1664" y="431"/>
                </a:lnTo>
                <a:lnTo>
                  <a:pt x="1670" y="437"/>
                </a:lnTo>
                <a:lnTo>
                  <a:pt x="1670" y="436"/>
                </a:lnTo>
                <a:lnTo>
                  <a:pt x="1676" y="441"/>
                </a:lnTo>
                <a:lnTo>
                  <a:pt x="1676" y="441"/>
                </a:lnTo>
                <a:lnTo>
                  <a:pt x="1683" y="445"/>
                </a:lnTo>
                <a:lnTo>
                  <a:pt x="1683" y="444"/>
                </a:lnTo>
                <a:lnTo>
                  <a:pt x="1690" y="448"/>
                </a:lnTo>
                <a:lnTo>
                  <a:pt x="1690" y="448"/>
                </a:lnTo>
                <a:lnTo>
                  <a:pt x="1698" y="450"/>
                </a:lnTo>
                <a:lnTo>
                  <a:pt x="1698" y="450"/>
                </a:lnTo>
                <a:lnTo>
                  <a:pt x="1707" y="452"/>
                </a:lnTo>
                <a:lnTo>
                  <a:pt x="1706" y="452"/>
                </a:lnTo>
                <a:lnTo>
                  <a:pt x="1716" y="454"/>
                </a:lnTo>
                <a:lnTo>
                  <a:pt x="1716" y="454"/>
                </a:lnTo>
                <a:lnTo>
                  <a:pt x="1726" y="454"/>
                </a:lnTo>
                <a:lnTo>
                  <a:pt x="1725" y="454"/>
                </a:lnTo>
                <a:lnTo>
                  <a:pt x="1736" y="455"/>
                </a:lnTo>
                <a:lnTo>
                  <a:pt x="1736" y="455"/>
                </a:lnTo>
                <a:lnTo>
                  <a:pt x="1747" y="454"/>
                </a:lnTo>
                <a:lnTo>
                  <a:pt x="1747" y="454"/>
                </a:lnTo>
                <a:lnTo>
                  <a:pt x="1757" y="454"/>
                </a:lnTo>
                <a:lnTo>
                  <a:pt x="1756" y="454"/>
                </a:lnTo>
                <a:lnTo>
                  <a:pt x="1766" y="452"/>
                </a:lnTo>
                <a:lnTo>
                  <a:pt x="1765" y="452"/>
                </a:lnTo>
                <a:lnTo>
                  <a:pt x="1774" y="450"/>
                </a:lnTo>
                <a:lnTo>
                  <a:pt x="1774" y="450"/>
                </a:lnTo>
                <a:lnTo>
                  <a:pt x="1782" y="448"/>
                </a:lnTo>
                <a:lnTo>
                  <a:pt x="1781" y="448"/>
                </a:lnTo>
                <a:lnTo>
                  <a:pt x="1789" y="445"/>
                </a:lnTo>
                <a:lnTo>
                  <a:pt x="1788" y="445"/>
                </a:lnTo>
                <a:lnTo>
                  <a:pt x="1795" y="441"/>
                </a:lnTo>
                <a:lnTo>
                  <a:pt x="1794" y="442"/>
                </a:lnTo>
                <a:lnTo>
                  <a:pt x="1800" y="437"/>
                </a:lnTo>
                <a:lnTo>
                  <a:pt x="1800" y="438"/>
                </a:lnTo>
                <a:lnTo>
                  <a:pt x="1805" y="433"/>
                </a:lnTo>
                <a:lnTo>
                  <a:pt x="1805" y="433"/>
                </a:lnTo>
                <a:lnTo>
                  <a:pt x="1810" y="428"/>
                </a:lnTo>
                <a:lnTo>
                  <a:pt x="1810" y="428"/>
                </a:lnTo>
                <a:lnTo>
                  <a:pt x="1814" y="423"/>
                </a:lnTo>
                <a:lnTo>
                  <a:pt x="1814" y="424"/>
                </a:lnTo>
                <a:lnTo>
                  <a:pt x="1817" y="418"/>
                </a:lnTo>
                <a:lnTo>
                  <a:pt x="1817" y="419"/>
                </a:lnTo>
                <a:lnTo>
                  <a:pt x="1820" y="413"/>
                </a:lnTo>
                <a:lnTo>
                  <a:pt x="1820" y="413"/>
                </a:lnTo>
                <a:lnTo>
                  <a:pt x="1822" y="407"/>
                </a:lnTo>
                <a:lnTo>
                  <a:pt x="1822" y="407"/>
                </a:lnTo>
                <a:lnTo>
                  <a:pt x="1824" y="401"/>
                </a:lnTo>
                <a:lnTo>
                  <a:pt x="1824" y="402"/>
                </a:lnTo>
                <a:lnTo>
                  <a:pt x="1826" y="395"/>
                </a:lnTo>
                <a:lnTo>
                  <a:pt x="1825" y="395"/>
                </a:lnTo>
                <a:lnTo>
                  <a:pt x="1828" y="380"/>
                </a:lnTo>
                <a:lnTo>
                  <a:pt x="1828" y="380"/>
                </a:lnTo>
                <a:lnTo>
                  <a:pt x="1829" y="360"/>
                </a:lnTo>
                <a:lnTo>
                  <a:pt x="1829" y="360"/>
                </a:lnTo>
                <a:lnTo>
                  <a:pt x="1830" y="335"/>
                </a:lnTo>
                <a:lnTo>
                  <a:pt x="1830" y="336"/>
                </a:lnTo>
                <a:lnTo>
                  <a:pt x="1830" y="307"/>
                </a:lnTo>
                <a:lnTo>
                  <a:pt x="1830" y="16"/>
                </a:lnTo>
                <a:lnTo>
                  <a:pt x="1831" y="14"/>
                </a:lnTo>
                <a:lnTo>
                  <a:pt x="1831" y="12"/>
                </a:lnTo>
                <a:lnTo>
                  <a:pt x="1833" y="11"/>
                </a:lnTo>
                <a:lnTo>
                  <a:pt x="1834" y="10"/>
                </a:lnTo>
                <a:lnTo>
                  <a:pt x="1836" y="10"/>
                </a:lnTo>
                <a:lnTo>
                  <a:pt x="1942" y="10"/>
                </a:lnTo>
                <a:lnTo>
                  <a:pt x="1944" y="10"/>
                </a:lnTo>
                <a:lnTo>
                  <a:pt x="1946" y="11"/>
                </a:lnTo>
                <a:lnTo>
                  <a:pt x="1947" y="12"/>
                </a:lnTo>
                <a:lnTo>
                  <a:pt x="1948" y="14"/>
                </a:lnTo>
                <a:lnTo>
                  <a:pt x="1948" y="16"/>
                </a:lnTo>
                <a:lnTo>
                  <a:pt x="1948" y="293"/>
                </a:lnTo>
                <a:lnTo>
                  <a:pt x="1947" y="337"/>
                </a:lnTo>
                <a:lnTo>
                  <a:pt x="1947" y="337"/>
                </a:lnTo>
                <a:lnTo>
                  <a:pt x="1947" y="356"/>
                </a:lnTo>
                <a:lnTo>
                  <a:pt x="1947" y="356"/>
                </a:lnTo>
                <a:lnTo>
                  <a:pt x="1946" y="374"/>
                </a:lnTo>
                <a:lnTo>
                  <a:pt x="1946" y="374"/>
                </a:lnTo>
                <a:lnTo>
                  <a:pt x="1945" y="390"/>
                </a:lnTo>
                <a:lnTo>
                  <a:pt x="1945" y="390"/>
                </a:lnTo>
                <a:lnTo>
                  <a:pt x="1943" y="404"/>
                </a:lnTo>
                <a:lnTo>
                  <a:pt x="1943" y="404"/>
                </a:lnTo>
                <a:lnTo>
                  <a:pt x="1941" y="417"/>
                </a:lnTo>
                <a:lnTo>
                  <a:pt x="1941" y="417"/>
                </a:lnTo>
                <a:lnTo>
                  <a:pt x="1939" y="428"/>
                </a:lnTo>
                <a:lnTo>
                  <a:pt x="1939" y="428"/>
                </a:lnTo>
                <a:lnTo>
                  <a:pt x="1937" y="437"/>
                </a:lnTo>
                <a:lnTo>
                  <a:pt x="1937" y="438"/>
                </a:lnTo>
                <a:lnTo>
                  <a:pt x="1934" y="447"/>
                </a:lnTo>
                <a:lnTo>
                  <a:pt x="1934" y="447"/>
                </a:lnTo>
                <a:lnTo>
                  <a:pt x="1931" y="456"/>
                </a:lnTo>
                <a:lnTo>
                  <a:pt x="1930" y="456"/>
                </a:lnTo>
                <a:lnTo>
                  <a:pt x="1927" y="465"/>
                </a:lnTo>
                <a:lnTo>
                  <a:pt x="1927" y="465"/>
                </a:lnTo>
                <a:lnTo>
                  <a:pt x="1922" y="473"/>
                </a:lnTo>
                <a:lnTo>
                  <a:pt x="1922" y="473"/>
                </a:lnTo>
                <a:lnTo>
                  <a:pt x="1918" y="481"/>
                </a:lnTo>
                <a:lnTo>
                  <a:pt x="1917" y="481"/>
                </a:lnTo>
                <a:lnTo>
                  <a:pt x="1912" y="489"/>
                </a:lnTo>
                <a:lnTo>
                  <a:pt x="1912" y="489"/>
                </a:lnTo>
                <a:lnTo>
                  <a:pt x="1906" y="496"/>
                </a:lnTo>
                <a:lnTo>
                  <a:pt x="1906" y="496"/>
                </a:lnTo>
                <a:lnTo>
                  <a:pt x="1900" y="503"/>
                </a:lnTo>
                <a:lnTo>
                  <a:pt x="1900" y="503"/>
                </a:lnTo>
                <a:lnTo>
                  <a:pt x="1893" y="509"/>
                </a:lnTo>
                <a:lnTo>
                  <a:pt x="1893" y="510"/>
                </a:lnTo>
                <a:lnTo>
                  <a:pt x="1886" y="515"/>
                </a:lnTo>
                <a:lnTo>
                  <a:pt x="1886" y="516"/>
                </a:lnTo>
                <a:lnTo>
                  <a:pt x="1878" y="521"/>
                </a:lnTo>
                <a:lnTo>
                  <a:pt x="1878" y="521"/>
                </a:lnTo>
                <a:lnTo>
                  <a:pt x="1870" y="527"/>
                </a:lnTo>
                <a:lnTo>
                  <a:pt x="1870" y="527"/>
                </a:lnTo>
                <a:lnTo>
                  <a:pt x="1861" y="532"/>
                </a:lnTo>
                <a:lnTo>
                  <a:pt x="1861" y="532"/>
                </a:lnTo>
                <a:lnTo>
                  <a:pt x="1852" y="536"/>
                </a:lnTo>
                <a:lnTo>
                  <a:pt x="1852" y="536"/>
                </a:lnTo>
                <a:lnTo>
                  <a:pt x="1842" y="541"/>
                </a:lnTo>
                <a:lnTo>
                  <a:pt x="1842" y="541"/>
                </a:lnTo>
                <a:lnTo>
                  <a:pt x="1832" y="544"/>
                </a:lnTo>
                <a:lnTo>
                  <a:pt x="1832" y="545"/>
                </a:lnTo>
                <a:lnTo>
                  <a:pt x="1821" y="548"/>
                </a:lnTo>
                <a:lnTo>
                  <a:pt x="1821" y="548"/>
                </a:lnTo>
                <a:lnTo>
                  <a:pt x="1809" y="551"/>
                </a:lnTo>
                <a:lnTo>
                  <a:pt x="1809" y="551"/>
                </a:lnTo>
                <a:lnTo>
                  <a:pt x="1796" y="553"/>
                </a:lnTo>
                <a:lnTo>
                  <a:pt x="1796" y="553"/>
                </a:lnTo>
                <a:lnTo>
                  <a:pt x="1783" y="555"/>
                </a:lnTo>
                <a:lnTo>
                  <a:pt x="1783" y="555"/>
                </a:lnTo>
                <a:lnTo>
                  <a:pt x="1769" y="556"/>
                </a:lnTo>
                <a:lnTo>
                  <a:pt x="1769" y="556"/>
                </a:lnTo>
                <a:lnTo>
                  <a:pt x="1755" y="557"/>
                </a:lnTo>
                <a:lnTo>
                  <a:pt x="1754" y="557"/>
                </a:lnTo>
                <a:lnTo>
                  <a:pt x="1739" y="557"/>
                </a:lnTo>
                <a:lnTo>
                  <a:pt x="1739" y="557"/>
                </a:lnTo>
                <a:lnTo>
                  <a:pt x="1721" y="557"/>
                </a:lnTo>
                <a:lnTo>
                  <a:pt x="1721" y="557"/>
                </a:lnTo>
                <a:lnTo>
                  <a:pt x="1704" y="556"/>
                </a:lnTo>
                <a:lnTo>
                  <a:pt x="1704" y="556"/>
                </a:lnTo>
                <a:lnTo>
                  <a:pt x="1688" y="555"/>
                </a:lnTo>
                <a:lnTo>
                  <a:pt x="1687" y="555"/>
                </a:lnTo>
                <a:lnTo>
                  <a:pt x="1672" y="553"/>
                </a:lnTo>
                <a:lnTo>
                  <a:pt x="1672" y="553"/>
                </a:lnTo>
                <a:lnTo>
                  <a:pt x="1659" y="550"/>
                </a:lnTo>
                <a:lnTo>
                  <a:pt x="1658" y="550"/>
                </a:lnTo>
                <a:lnTo>
                  <a:pt x="1646" y="547"/>
                </a:lnTo>
                <a:lnTo>
                  <a:pt x="1645" y="547"/>
                </a:lnTo>
                <a:lnTo>
                  <a:pt x="1634" y="544"/>
                </a:lnTo>
                <a:lnTo>
                  <a:pt x="1633" y="543"/>
                </a:lnTo>
                <a:lnTo>
                  <a:pt x="1623" y="539"/>
                </a:lnTo>
                <a:lnTo>
                  <a:pt x="1623" y="539"/>
                </a:lnTo>
                <a:lnTo>
                  <a:pt x="1614" y="535"/>
                </a:lnTo>
                <a:lnTo>
                  <a:pt x="1613" y="535"/>
                </a:lnTo>
                <a:lnTo>
                  <a:pt x="1604" y="530"/>
                </a:lnTo>
                <a:lnTo>
                  <a:pt x="1604" y="530"/>
                </a:lnTo>
                <a:lnTo>
                  <a:pt x="1596" y="524"/>
                </a:lnTo>
                <a:lnTo>
                  <a:pt x="1595" y="524"/>
                </a:lnTo>
                <a:lnTo>
                  <a:pt x="1587" y="519"/>
                </a:lnTo>
                <a:lnTo>
                  <a:pt x="1587" y="519"/>
                </a:lnTo>
                <a:lnTo>
                  <a:pt x="1580" y="513"/>
                </a:lnTo>
                <a:lnTo>
                  <a:pt x="1579" y="512"/>
                </a:lnTo>
                <a:lnTo>
                  <a:pt x="1572" y="506"/>
                </a:lnTo>
                <a:lnTo>
                  <a:pt x="1572" y="506"/>
                </a:lnTo>
                <a:lnTo>
                  <a:pt x="1566" y="500"/>
                </a:lnTo>
                <a:lnTo>
                  <a:pt x="1565" y="499"/>
                </a:lnTo>
                <a:lnTo>
                  <a:pt x="1560" y="493"/>
                </a:lnTo>
                <a:lnTo>
                  <a:pt x="1559" y="492"/>
                </a:lnTo>
                <a:lnTo>
                  <a:pt x="1554" y="485"/>
                </a:lnTo>
                <a:lnTo>
                  <a:pt x="1554" y="485"/>
                </a:lnTo>
                <a:lnTo>
                  <a:pt x="1549" y="478"/>
                </a:lnTo>
                <a:lnTo>
                  <a:pt x="1549" y="478"/>
                </a:lnTo>
                <a:lnTo>
                  <a:pt x="1544" y="470"/>
                </a:lnTo>
                <a:lnTo>
                  <a:pt x="1544" y="470"/>
                </a:lnTo>
                <a:lnTo>
                  <a:pt x="1540" y="463"/>
                </a:lnTo>
                <a:lnTo>
                  <a:pt x="1540" y="463"/>
                </a:lnTo>
                <a:lnTo>
                  <a:pt x="1537" y="455"/>
                </a:lnTo>
                <a:lnTo>
                  <a:pt x="1536" y="455"/>
                </a:lnTo>
                <a:lnTo>
                  <a:pt x="1533" y="448"/>
                </a:lnTo>
                <a:lnTo>
                  <a:pt x="1533" y="447"/>
                </a:lnTo>
                <a:lnTo>
                  <a:pt x="1531" y="440"/>
                </a:lnTo>
                <a:lnTo>
                  <a:pt x="1531" y="439"/>
                </a:lnTo>
                <a:lnTo>
                  <a:pt x="1528" y="432"/>
                </a:lnTo>
                <a:lnTo>
                  <a:pt x="1528" y="431"/>
                </a:lnTo>
                <a:lnTo>
                  <a:pt x="1526" y="419"/>
                </a:lnTo>
                <a:lnTo>
                  <a:pt x="1526" y="419"/>
                </a:lnTo>
                <a:lnTo>
                  <a:pt x="1524" y="406"/>
                </a:lnTo>
                <a:lnTo>
                  <a:pt x="1524" y="406"/>
                </a:lnTo>
                <a:lnTo>
                  <a:pt x="1522" y="391"/>
                </a:lnTo>
                <a:lnTo>
                  <a:pt x="1522" y="391"/>
                </a:lnTo>
                <a:lnTo>
                  <a:pt x="1521" y="375"/>
                </a:lnTo>
                <a:lnTo>
                  <a:pt x="1521" y="375"/>
                </a:lnTo>
                <a:lnTo>
                  <a:pt x="1519" y="357"/>
                </a:lnTo>
                <a:lnTo>
                  <a:pt x="1519" y="357"/>
                </a:lnTo>
                <a:lnTo>
                  <a:pt x="1519" y="338"/>
                </a:lnTo>
                <a:lnTo>
                  <a:pt x="1519" y="338"/>
                </a:lnTo>
                <a:lnTo>
                  <a:pt x="1518" y="318"/>
                </a:lnTo>
                <a:lnTo>
                  <a:pt x="1518" y="318"/>
                </a:lnTo>
                <a:lnTo>
                  <a:pt x="1518" y="296"/>
                </a:lnTo>
                <a:lnTo>
                  <a:pt x="1518" y="16"/>
                </a:lnTo>
                <a:lnTo>
                  <a:pt x="1518" y="14"/>
                </a:lnTo>
                <a:lnTo>
                  <a:pt x="1519" y="12"/>
                </a:lnTo>
                <a:lnTo>
                  <a:pt x="1520" y="11"/>
                </a:lnTo>
                <a:lnTo>
                  <a:pt x="1522" y="10"/>
                </a:lnTo>
                <a:lnTo>
                  <a:pt x="1524" y="10"/>
                </a:lnTo>
                <a:lnTo>
                  <a:pt x="1630" y="10"/>
                </a:lnTo>
                <a:lnTo>
                  <a:pt x="1630" y="10"/>
                </a:lnTo>
                <a:close/>
                <a:moveTo>
                  <a:pt x="1524" y="22"/>
                </a:moveTo>
                <a:lnTo>
                  <a:pt x="1530" y="16"/>
                </a:lnTo>
                <a:lnTo>
                  <a:pt x="1530" y="297"/>
                </a:lnTo>
                <a:lnTo>
                  <a:pt x="1530" y="318"/>
                </a:lnTo>
                <a:lnTo>
                  <a:pt x="1530" y="318"/>
                </a:lnTo>
                <a:lnTo>
                  <a:pt x="1530" y="338"/>
                </a:lnTo>
                <a:lnTo>
                  <a:pt x="1530" y="338"/>
                </a:lnTo>
                <a:lnTo>
                  <a:pt x="1531" y="357"/>
                </a:lnTo>
                <a:lnTo>
                  <a:pt x="1531" y="357"/>
                </a:lnTo>
                <a:lnTo>
                  <a:pt x="1532" y="374"/>
                </a:lnTo>
                <a:lnTo>
                  <a:pt x="1532" y="374"/>
                </a:lnTo>
                <a:lnTo>
                  <a:pt x="1534" y="390"/>
                </a:lnTo>
                <a:lnTo>
                  <a:pt x="1534" y="390"/>
                </a:lnTo>
                <a:lnTo>
                  <a:pt x="1535" y="404"/>
                </a:lnTo>
                <a:lnTo>
                  <a:pt x="1535" y="404"/>
                </a:lnTo>
                <a:lnTo>
                  <a:pt x="1537" y="418"/>
                </a:lnTo>
                <a:lnTo>
                  <a:pt x="1537" y="417"/>
                </a:lnTo>
                <a:lnTo>
                  <a:pt x="1540" y="429"/>
                </a:lnTo>
                <a:lnTo>
                  <a:pt x="1540" y="429"/>
                </a:lnTo>
                <a:lnTo>
                  <a:pt x="1542" y="437"/>
                </a:lnTo>
                <a:lnTo>
                  <a:pt x="1542" y="436"/>
                </a:lnTo>
                <a:lnTo>
                  <a:pt x="1544" y="444"/>
                </a:lnTo>
                <a:lnTo>
                  <a:pt x="1544" y="444"/>
                </a:lnTo>
                <a:lnTo>
                  <a:pt x="1547" y="451"/>
                </a:lnTo>
                <a:lnTo>
                  <a:pt x="1547" y="451"/>
                </a:lnTo>
                <a:lnTo>
                  <a:pt x="1550" y="458"/>
                </a:lnTo>
                <a:lnTo>
                  <a:pt x="1550" y="458"/>
                </a:lnTo>
                <a:lnTo>
                  <a:pt x="1554" y="465"/>
                </a:lnTo>
                <a:lnTo>
                  <a:pt x="1554" y="465"/>
                </a:lnTo>
                <a:lnTo>
                  <a:pt x="1558" y="472"/>
                </a:lnTo>
                <a:lnTo>
                  <a:pt x="1558" y="472"/>
                </a:lnTo>
                <a:lnTo>
                  <a:pt x="1563" y="479"/>
                </a:lnTo>
                <a:lnTo>
                  <a:pt x="1563" y="478"/>
                </a:lnTo>
                <a:lnTo>
                  <a:pt x="1569" y="485"/>
                </a:lnTo>
                <a:lnTo>
                  <a:pt x="1568" y="485"/>
                </a:lnTo>
                <a:lnTo>
                  <a:pt x="1574" y="492"/>
                </a:lnTo>
                <a:lnTo>
                  <a:pt x="1574" y="491"/>
                </a:lnTo>
                <a:lnTo>
                  <a:pt x="1580" y="498"/>
                </a:lnTo>
                <a:lnTo>
                  <a:pt x="1580" y="498"/>
                </a:lnTo>
                <a:lnTo>
                  <a:pt x="1587" y="504"/>
                </a:lnTo>
                <a:lnTo>
                  <a:pt x="1587" y="503"/>
                </a:lnTo>
                <a:lnTo>
                  <a:pt x="1594" y="509"/>
                </a:lnTo>
                <a:lnTo>
                  <a:pt x="1594" y="509"/>
                </a:lnTo>
                <a:lnTo>
                  <a:pt x="1602" y="515"/>
                </a:lnTo>
                <a:lnTo>
                  <a:pt x="1601" y="515"/>
                </a:lnTo>
                <a:lnTo>
                  <a:pt x="1610" y="520"/>
                </a:lnTo>
                <a:lnTo>
                  <a:pt x="1609" y="520"/>
                </a:lnTo>
                <a:lnTo>
                  <a:pt x="1618" y="524"/>
                </a:lnTo>
                <a:lnTo>
                  <a:pt x="1618" y="524"/>
                </a:lnTo>
                <a:lnTo>
                  <a:pt x="1628" y="529"/>
                </a:lnTo>
                <a:lnTo>
                  <a:pt x="1627" y="529"/>
                </a:lnTo>
                <a:lnTo>
                  <a:pt x="1638" y="533"/>
                </a:lnTo>
                <a:lnTo>
                  <a:pt x="1637" y="532"/>
                </a:lnTo>
                <a:lnTo>
                  <a:pt x="1648" y="536"/>
                </a:lnTo>
                <a:lnTo>
                  <a:pt x="1648" y="536"/>
                </a:lnTo>
                <a:lnTo>
                  <a:pt x="1661" y="539"/>
                </a:lnTo>
                <a:lnTo>
                  <a:pt x="1660" y="539"/>
                </a:lnTo>
                <a:lnTo>
                  <a:pt x="1674" y="541"/>
                </a:lnTo>
                <a:lnTo>
                  <a:pt x="1674" y="541"/>
                </a:lnTo>
                <a:lnTo>
                  <a:pt x="1689" y="543"/>
                </a:lnTo>
                <a:lnTo>
                  <a:pt x="1688" y="543"/>
                </a:lnTo>
                <a:lnTo>
                  <a:pt x="1704" y="545"/>
                </a:lnTo>
                <a:lnTo>
                  <a:pt x="1704" y="545"/>
                </a:lnTo>
                <a:lnTo>
                  <a:pt x="1721" y="545"/>
                </a:lnTo>
                <a:lnTo>
                  <a:pt x="1721" y="545"/>
                </a:lnTo>
                <a:lnTo>
                  <a:pt x="1739" y="546"/>
                </a:lnTo>
                <a:lnTo>
                  <a:pt x="1739" y="546"/>
                </a:lnTo>
                <a:lnTo>
                  <a:pt x="1754" y="545"/>
                </a:lnTo>
                <a:lnTo>
                  <a:pt x="1754" y="545"/>
                </a:lnTo>
                <a:lnTo>
                  <a:pt x="1768" y="545"/>
                </a:lnTo>
                <a:lnTo>
                  <a:pt x="1768" y="545"/>
                </a:lnTo>
                <a:lnTo>
                  <a:pt x="1782" y="543"/>
                </a:lnTo>
                <a:lnTo>
                  <a:pt x="1782" y="543"/>
                </a:lnTo>
                <a:lnTo>
                  <a:pt x="1795" y="542"/>
                </a:lnTo>
                <a:lnTo>
                  <a:pt x="1794" y="542"/>
                </a:lnTo>
                <a:lnTo>
                  <a:pt x="1807" y="539"/>
                </a:lnTo>
                <a:lnTo>
                  <a:pt x="1806" y="539"/>
                </a:lnTo>
                <a:lnTo>
                  <a:pt x="1818" y="537"/>
                </a:lnTo>
                <a:lnTo>
                  <a:pt x="1818" y="537"/>
                </a:lnTo>
                <a:lnTo>
                  <a:pt x="1828" y="533"/>
                </a:lnTo>
                <a:lnTo>
                  <a:pt x="1828" y="534"/>
                </a:lnTo>
                <a:lnTo>
                  <a:pt x="1838" y="530"/>
                </a:lnTo>
                <a:lnTo>
                  <a:pt x="1838" y="530"/>
                </a:lnTo>
                <a:lnTo>
                  <a:pt x="1847" y="526"/>
                </a:lnTo>
                <a:lnTo>
                  <a:pt x="1847" y="526"/>
                </a:lnTo>
                <a:lnTo>
                  <a:pt x="1856" y="521"/>
                </a:lnTo>
                <a:lnTo>
                  <a:pt x="1856" y="522"/>
                </a:lnTo>
                <a:lnTo>
                  <a:pt x="1864" y="517"/>
                </a:lnTo>
                <a:lnTo>
                  <a:pt x="1864" y="517"/>
                </a:lnTo>
                <a:lnTo>
                  <a:pt x="1872" y="512"/>
                </a:lnTo>
                <a:lnTo>
                  <a:pt x="1872" y="512"/>
                </a:lnTo>
                <a:lnTo>
                  <a:pt x="1879" y="506"/>
                </a:lnTo>
                <a:lnTo>
                  <a:pt x="1879" y="506"/>
                </a:lnTo>
                <a:lnTo>
                  <a:pt x="1886" y="501"/>
                </a:lnTo>
                <a:lnTo>
                  <a:pt x="1885" y="501"/>
                </a:lnTo>
                <a:lnTo>
                  <a:pt x="1892" y="495"/>
                </a:lnTo>
                <a:lnTo>
                  <a:pt x="1892" y="495"/>
                </a:lnTo>
                <a:lnTo>
                  <a:pt x="1898" y="488"/>
                </a:lnTo>
                <a:lnTo>
                  <a:pt x="1897" y="489"/>
                </a:lnTo>
                <a:lnTo>
                  <a:pt x="1903" y="482"/>
                </a:lnTo>
                <a:lnTo>
                  <a:pt x="1903" y="482"/>
                </a:lnTo>
                <a:lnTo>
                  <a:pt x="1908" y="475"/>
                </a:lnTo>
                <a:lnTo>
                  <a:pt x="1908" y="475"/>
                </a:lnTo>
                <a:lnTo>
                  <a:pt x="1912" y="467"/>
                </a:lnTo>
                <a:lnTo>
                  <a:pt x="1912" y="468"/>
                </a:lnTo>
                <a:lnTo>
                  <a:pt x="1916" y="460"/>
                </a:lnTo>
                <a:lnTo>
                  <a:pt x="1916" y="460"/>
                </a:lnTo>
                <a:lnTo>
                  <a:pt x="1920" y="452"/>
                </a:lnTo>
                <a:lnTo>
                  <a:pt x="1920" y="452"/>
                </a:lnTo>
                <a:lnTo>
                  <a:pt x="1923" y="443"/>
                </a:lnTo>
                <a:lnTo>
                  <a:pt x="1923" y="443"/>
                </a:lnTo>
                <a:lnTo>
                  <a:pt x="1926" y="434"/>
                </a:lnTo>
                <a:lnTo>
                  <a:pt x="1926" y="434"/>
                </a:lnTo>
                <a:lnTo>
                  <a:pt x="1928" y="425"/>
                </a:lnTo>
                <a:lnTo>
                  <a:pt x="1928" y="425"/>
                </a:lnTo>
                <a:lnTo>
                  <a:pt x="1930" y="415"/>
                </a:lnTo>
                <a:lnTo>
                  <a:pt x="1930" y="415"/>
                </a:lnTo>
                <a:lnTo>
                  <a:pt x="1932" y="402"/>
                </a:lnTo>
                <a:lnTo>
                  <a:pt x="1932" y="403"/>
                </a:lnTo>
                <a:lnTo>
                  <a:pt x="1933" y="388"/>
                </a:lnTo>
                <a:lnTo>
                  <a:pt x="1933" y="389"/>
                </a:lnTo>
                <a:lnTo>
                  <a:pt x="1934" y="373"/>
                </a:lnTo>
                <a:lnTo>
                  <a:pt x="1934" y="373"/>
                </a:lnTo>
                <a:lnTo>
                  <a:pt x="1935" y="355"/>
                </a:lnTo>
                <a:lnTo>
                  <a:pt x="1935" y="355"/>
                </a:lnTo>
                <a:lnTo>
                  <a:pt x="1936" y="336"/>
                </a:lnTo>
                <a:lnTo>
                  <a:pt x="1936" y="336"/>
                </a:lnTo>
                <a:lnTo>
                  <a:pt x="1936" y="292"/>
                </a:lnTo>
                <a:lnTo>
                  <a:pt x="1936" y="16"/>
                </a:lnTo>
                <a:lnTo>
                  <a:pt x="1942" y="22"/>
                </a:lnTo>
                <a:lnTo>
                  <a:pt x="1836" y="22"/>
                </a:lnTo>
                <a:lnTo>
                  <a:pt x="1842" y="16"/>
                </a:lnTo>
                <a:lnTo>
                  <a:pt x="1842" y="307"/>
                </a:lnTo>
                <a:lnTo>
                  <a:pt x="1841" y="336"/>
                </a:lnTo>
                <a:lnTo>
                  <a:pt x="1841" y="336"/>
                </a:lnTo>
                <a:lnTo>
                  <a:pt x="1840" y="361"/>
                </a:lnTo>
                <a:lnTo>
                  <a:pt x="1840" y="361"/>
                </a:lnTo>
                <a:lnTo>
                  <a:pt x="1839" y="381"/>
                </a:lnTo>
                <a:lnTo>
                  <a:pt x="1839" y="382"/>
                </a:lnTo>
                <a:lnTo>
                  <a:pt x="1837" y="397"/>
                </a:lnTo>
                <a:lnTo>
                  <a:pt x="1837" y="398"/>
                </a:lnTo>
                <a:lnTo>
                  <a:pt x="1835" y="404"/>
                </a:lnTo>
                <a:lnTo>
                  <a:pt x="1835" y="405"/>
                </a:lnTo>
                <a:lnTo>
                  <a:pt x="1833" y="411"/>
                </a:lnTo>
                <a:lnTo>
                  <a:pt x="1833" y="412"/>
                </a:lnTo>
                <a:lnTo>
                  <a:pt x="1830" y="418"/>
                </a:lnTo>
                <a:lnTo>
                  <a:pt x="1830" y="418"/>
                </a:lnTo>
                <a:lnTo>
                  <a:pt x="1827" y="424"/>
                </a:lnTo>
                <a:lnTo>
                  <a:pt x="1827" y="424"/>
                </a:lnTo>
                <a:lnTo>
                  <a:pt x="1823" y="430"/>
                </a:lnTo>
                <a:lnTo>
                  <a:pt x="1822" y="430"/>
                </a:lnTo>
                <a:lnTo>
                  <a:pt x="1818" y="436"/>
                </a:lnTo>
                <a:lnTo>
                  <a:pt x="1818" y="436"/>
                </a:lnTo>
                <a:lnTo>
                  <a:pt x="1813" y="441"/>
                </a:lnTo>
                <a:lnTo>
                  <a:pt x="1813" y="441"/>
                </a:lnTo>
                <a:lnTo>
                  <a:pt x="1807" y="446"/>
                </a:lnTo>
                <a:lnTo>
                  <a:pt x="1807" y="446"/>
                </a:lnTo>
                <a:lnTo>
                  <a:pt x="1801" y="451"/>
                </a:lnTo>
                <a:lnTo>
                  <a:pt x="1800" y="451"/>
                </a:lnTo>
                <a:lnTo>
                  <a:pt x="1794" y="455"/>
                </a:lnTo>
                <a:lnTo>
                  <a:pt x="1793" y="455"/>
                </a:lnTo>
                <a:lnTo>
                  <a:pt x="1785" y="458"/>
                </a:lnTo>
                <a:lnTo>
                  <a:pt x="1785" y="458"/>
                </a:lnTo>
                <a:lnTo>
                  <a:pt x="1777" y="461"/>
                </a:lnTo>
                <a:lnTo>
                  <a:pt x="1776" y="461"/>
                </a:lnTo>
                <a:lnTo>
                  <a:pt x="1768" y="463"/>
                </a:lnTo>
                <a:lnTo>
                  <a:pt x="1767" y="463"/>
                </a:lnTo>
                <a:lnTo>
                  <a:pt x="1758" y="465"/>
                </a:lnTo>
                <a:lnTo>
                  <a:pt x="1757" y="465"/>
                </a:lnTo>
                <a:lnTo>
                  <a:pt x="1747" y="466"/>
                </a:lnTo>
                <a:lnTo>
                  <a:pt x="1747" y="466"/>
                </a:lnTo>
                <a:lnTo>
                  <a:pt x="1736" y="466"/>
                </a:lnTo>
                <a:lnTo>
                  <a:pt x="1735" y="466"/>
                </a:lnTo>
                <a:lnTo>
                  <a:pt x="1725" y="466"/>
                </a:lnTo>
                <a:lnTo>
                  <a:pt x="1725" y="466"/>
                </a:lnTo>
                <a:lnTo>
                  <a:pt x="1714" y="465"/>
                </a:lnTo>
                <a:lnTo>
                  <a:pt x="1714" y="465"/>
                </a:lnTo>
                <a:lnTo>
                  <a:pt x="1704" y="463"/>
                </a:lnTo>
                <a:lnTo>
                  <a:pt x="1704" y="463"/>
                </a:lnTo>
                <a:lnTo>
                  <a:pt x="1695" y="461"/>
                </a:lnTo>
                <a:lnTo>
                  <a:pt x="1695" y="461"/>
                </a:lnTo>
                <a:lnTo>
                  <a:pt x="1686" y="458"/>
                </a:lnTo>
                <a:lnTo>
                  <a:pt x="1686" y="458"/>
                </a:lnTo>
                <a:lnTo>
                  <a:pt x="1678" y="455"/>
                </a:lnTo>
                <a:lnTo>
                  <a:pt x="1677" y="455"/>
                </a:lnTo>
                <a:lnTo>
                  <a:pt x="1670" y="451"/>
                </a:lnTo>
                <a:lnTo>
                  <a:pt x="1670" y="450"/>
                </a:lnTo>
                <a:lnTo>
                  <a:pt x="1663" y="446"/>
                </a:lnTo>
                <a:lnTo>
                  <a:pt x="1663" y="445"/>
                </a:lnTo>
                <a:lnTo>
                  <a:pt x="1657" y="440"/>
                </a:lnTo>
                <a:lnTo>
                  <a:pt x="1656" y="440"/>
                </a:lnTo>
                <a:lnTo>
                  <a:pt x="1651" y="434"/>
                </a:lnTo>
                <a:lnTo>
                  <a:pt x="1650" y="434"/>
                </a:lnTo>
                <a:lnTo>
                  <a:pt x="1645" y="428"/>
                </a:lnTo>
                <a:lnTo>
                  <a:pt x="1645" y="428"/>
                </a:lnTo>
                <a:lnTo>
                  <a:pt x="1641" y="421"/>
                </a:lnTo>
                <a:lnTo>
                  <a:pt x="1641" y="421"/>
                </a:lnTo>
                <a:lnTo>
                  <a:pt x="1637" y="414"/>
                </a:lnTo>
                <a:lnTo>
                  <a:pt x="1636" y="414"/>
                </a:lnTo>
                <a:lnTo>
                  <a:pt x="1633" y="407"/>
                </a:lnTo>
                <a:lnTo>
                  <a:pt x="1633" y="406"/>
                </a:lnTo>
                <a:lnTo>
                  <a:pt x="1631" y="399"/>
                </a:lnTo>
                <a:lnTo>
                  <a:pt x="1630" y="398"/>
                </a:lnTo>
                <a:lnTo>
                  <a:pt x="1629" y="390"/>
                </a:lnTo>
                <a:lnTo>
                  <a:pt x="1628" y="390"/>
                </a:lnTo>
                <a:lnTo>
                  <a:pt x="1627" y="377"/>
                </a:lnTo>
                <a:lnTo>
                  <a:pt x="1627" y="376"/>
                </a:lnTo>
                <a:lnTo>
                  <a:pt x="1626" y="357"/>
                </a:lnTo>
                <a:lnTo>
                  <a:pt x="1626" y="357"/>
                </a:lnTo>
                <a:lnTo>
                  <a:pt x="1625" y="332"/>
                </a:lnTo>
                <a:lnTo>
                  <a:pt x="1625" y="332"/>
                </a:lnTo>
                <a:lnTo>
                  <a:pt x="1624" y="301"/>
                </a:lnTo>
                <a:lnTo>
                  <a:pt x="1624" y="16"/>
                </a:lnTo>
                <a:lnTo>
                  <a:pt x="1630" y="22"/>
                </a:lnTo>
                <a:lnTo>
                  <a:pt x="1524" y="22"/>
                </a:lnTo>
                <a:close/>
                <a:moveTo>
                  <a:pt x="2079" y="16"/>
                </a:moveTo>
                <a:lnTo>
                  <a:pt x="2079" y="14"/>
                </a:lnTo>
                <a:lnTo>
                  <a:pt x="2080" y="12"/>
                </a:lnTo>
                <a:lnTo>
                  <a:pt x="2081" y="11"/>
                </a:lnTo>
                <a:lnTo>
                  <a:pt x="2082" y="10"/>
                </a:lnTo>
                <a:lnTo>
                  <a:pt x="2084" y="10"/>
                </a:lnTo>
                <a:lnTo>
                  <a:pt x="2307" y="10"/>
                </a:lnTo>
                <a:lnTo>
                  <a:pt x="2328" y="10"/>
                </a:lnTo>
                <a:lnTo>
                  <a:pt x="2328" y="10"/>
                </a:lnTo>
                <a:lnTo>
                  <a:pt x="2347" y="11"/>
                </a:lnTo>
                <a:lnTo>
                  <a:pt x="2347" y="11"/>
                </a:lnTo>
                <a:lnTo>
                  <a:pt x="2364" y="12"/>
                </a:lnTo>
                <a:lnTo>
                  <a:pt x="2365" y="12"/>
                </a:lnTo>
                <a:lnTo>
                  <a:pt x="2381" y="13"/>
                </a:lnTo>
                <a:lnTo>
                  <a:pt x="2381" y="13"/>
                </a:lnTo>
                <a:lnTo>
                  <a:pt x="2395" y="15"/>
                </a:lnTo>
                <a:lnTo>
                  <a:pt x="2396" y="15"/>
                </a:lnTo>
                <a:lnTo>
                  <a:pt x="2409" y="18"/>
                </a:lnTo>
                <a:lnTo>
                  <a:pt x="2409" y="18"/>
                </a:lnTo>
                <a:lnTo>
                  <a:pt x="2421" y="20"/>
                </a:lnTo>
                <a:lnTo>
                  <a:pt x="2421" y="21"/>
                </a:lnTo>
                <a:lnTo>
                  <a:pt x="2431" y="24"/>
                </a:lnTo>
                <a:lnTo>
                  <a:pt x="2432" y="24"/>
                </a:lnTo>
                <a:lnTo>
                  <a:pt x="2441" y="28"/>
                </a:lnTo>
                <a:lnTo>
                  <a:pt x="2442" y="28"/>
                </a:lnTo>
                <a:lnTo>
                  <a:pt x="2450" y="33"/>
                </a:lnTo>
                <a:lnTo>
                  <a:pt x="2451" y="33"/>
                </a:lnTo>
                <a:lnTo>
                  <a:pt x="2459" y="38"/>
                </a:lnTo>
                <a:lnTo>
                  <a:pt x="2460" y="39"/>
                </a:lnTo>
                <a:lnTo>
                  <a:pt x="2468" y="45"/>
                </a:lnTo>
                <a:lnTo>
                  <a:pt x="2468" y="45"/>
                </a:lnTo>
                <a:lnTo>
                  <a:pt x="2475" y="52"/>
                </a:lnTo>
                <a:lnTo>
                  <a:pt x="2476" y="52"/>
                </a:lnTo>
                <a:lnTo>
                  <a:pt x="2482" y="59"/>
                </a:lnTo>
                <a:lnTo>
                  <a:pt x="2483" y="60"/>
                </a:lnTo>
                <a:lnTo>
                  <a:pt x="2489" y="68"/>
                </a:lnTo>
                <a:lnTo>
                  <a:pt x="2490" y="68"/>
                </a:lnTo>
                <a:lnTo>
                  <a:pt x="2496" y="77"/>
                </a:lnTo>
                <a:lnTo>
                  <a:pt x="2496" y="77"/>
                </a:lnTo>
                <a:lnTo>
                  <a:pt x="2501" y="86"/>
                </a:lnTo>
                <a:lnTo>
                  <a:pt x="2501" y="87"/>
                </a:lnTo>
                <a:lnTo>
                  <a:pt x="2506" y="96"/>
                </a:lnTo>
                <a:lnTo>
                  <a:pt x="2506" y="97"/>
                </a:lnTo>
                <a:lnTo>
                  <a:pt x="2510" y="107"/>
                </a:lnTo>
                <a:lnTo>
                  <a:pt x="2510" y="107"/>
                </a:lnTo>
                <a:lnTo>
                  <a:pt x="2513" y="117"/>
                </a:lnTo>
                <a:lnTo>
                  <a:pt x="2514" y="118"/>
                </a:lnTo>
                <a:lnTo>
                  <a:pt x="2516" y="128"/>
                </a:lnTo>
                <a:lnTo>
                  <a:pt x="2516" y="129"/>
                </a:lnTo>
                <a:lnTo>
                  <a:pt x="2518" y="139"/>
                </a:lnTo>
                <a:lnTo>
                  <a:pt x="2518" y="140"/>
                </a:lnTo>
                <a:lnTo>
                  <a:pt x="2519" y="151"/>
                </a:lnTo>
                <a:lnTo>
                  <a:pt x="2519" y="151"/>
                </a:lnTo>
                <a:lnTo>
                  <a:pt x="2519" y="163"/>
                </a:lnTo>
                <a:lnTo>
                  <a:pt x="2519" y="163"/>
                </a:lnTo>
                <a:lnTo>
                  <a:pt x="2519" y="178"/>
                </a:lnTo>
                <a:lnTo>
                  <a:pt x="2519" y="178"/>
                </a:lnTo>
                <a:lnTo>
                  <a:pt x="2517" y="192"/>
                </a:lnTo>
                <a:lnTo>
                  <a:pt x="2517" y="192"/>
                </a:lnTo>
                <a:lnTo>
                  <a:pt x="2514" y="205"/>
                </a:lnTo>
                <a:lnTo>
                  <a:pt x="2514" y="206"/>
                </a:lnTo>
                <a:lnTo>
                  <a:pt x="2510" y="219"/>
                </a:lnTo>
                <a:lnTo>
                  <a:pt x="2510" y="219"/>
                </a:lnTo>
                <a:lnTo>
                  <a:pt x="2505" y="231"/>
                </a:lnTo>
                <a:lnTo>
                  <a:pt x="2505" y="231"/>
                </a:lnTo>
                <a:lnTo>
                  <a:pt x="2499" y="243"/>
                </a:lnTo>
                <a:lnTo>
                  <a:pt x="2499" y="243"/>
                </a:lnTo>
                <a:lnTo>
                  <a:pt x="2492" y="254"/>
                </a:lnTo>
                <a:lnTo>
                  <a:pt x="2492" y="254"/>
                </a:lnTo>
                <a:lnTo>
                  <a:pt x="2483" y="264"/>
                </a:lnTo>
                <a:lnTo>
                  <a:pt x="2483" y="264"/>
                </a:lnTo>
                <a:lnTo>
                  <a:pt x="2474" y="274"/>
                </a:lnTo>
                <a:lnTo>
                  <a:pt x="2473" y="274"/>
                </a:lnTo>
                <a:lnTo>
                  <a:pt x="2463" y="282"/>
                </a:lnTo>
                <a:lnTo>
                  <a:pt x="2463" y="283"/>
                </a:lnTo>
                <a:lnTo>
                  <a:pt x="2451" y="290"/>
                </a:lnTo>
                <a:lnTo>
                  <a:pt x="2451" y="290"/>
                </a:lnTo>
                <a:lnTo>
                  <a:pt x="2438" y="297"/>
                </a:lnTo>
                <a:lnTo>
                  <a:pt x="2438" y="297"/>
                </a:lnTo>
                <a:lnTo>
                  <a:pt x="2425" y="302"/>
                </a:lnTo>
                <a:lnTo>
                  <a:pt x="2424" y="303"/>
                </a:lnTo>
                <a:lnTo>
                  <a:pt x="2410" y="307"/>
                </a:lnTo>
                <a:lnTo>
                  <a:pt x="2409" y="308"/>
                </a:lnTo>
                <a:lnTo>
                  <a:pt x="2394" y="311"/>
                </a:lnTo>
                <a:lnTo>
                  <a:pt x="2393" y="312"/>
                </a:lnTo>
                <a:lnTo>
                  <a:pt x="2377" y="315"/>
                </a:lnTo>
                <a:lnTo>
                  <a:pt x="2379" y="304"/>
                </a:lnTo>
                <a:lnTo>
                  <a:pt x="2395" y="314"/>
                </a:lnTo>
                <a:lnTo>
                  <a:pt x="2395" y="315"/>
                </a:lnTo>
                <a:lnTo>
                  <a:pt x="2410" y="325"/>
                </a:lnTo>
                <a:lnTo>
                  <a:pt x="2410" y="326"/>
                </a:lnTo>
                <a:lnTo>
                  <a:pt x="2424" y="337"/>
                </a:lnTo>
                <a:lnTo>
                  <a:pt x="2424" y="337"/>
                </a:lnTo>
                <a:lnTo>
                  <a:pt x="2436" y="349"/>
                </a:lnTo>
                <a:lnTo>
                  <a:pt x="2436" y="350"/>
                </a:lnTo>
                <a:lnTo>
                  <a:pt x="2448" y="364"/>
                </a:lnTo>
                <a:lnTo>
                  <a:pt x="2449" y="364"/>
                </a:lnTo>
                <a:lnTo>
                  <a:pt x="2463" y="383"/>
                </a:lnTo>
                <a:lnTo>
                  <a:pt x="2463" y="383"/>
                </a:lnTo>
                <a:lnTo>
                  <a:pt x="2479" y="407"/>
                </a:lnTo>
                <a:lnTo>
                  <a:pt x="2479" y="407"/>
                </a:lnTo>
                <a:lnTo>
                  <a:pt x="2497" y="436"/>
                </a:lnTo>
                <a:lnTo>
                  <a:pt x="2561" y="538"/>
                </a:lnTo>
                <a:lnTo>
                  <a:pt x="2562" y="540"/>
                </a:lnTo>
                <a:lnTo>
                  <a:pt x="2562" y="542"/>
                </a:lnTo>
                <a:lnTo>
                  <a:pt x="2561" y="544"/>
                </a:lnTo>
                <a:lnTo>
                  <a:pt x="2560" y="546"/>
                </a:lnTo>
                <a:lnTo>
                  <a:pt x="2558" y="547"/>
                </a:lnTo>
                <a:lnTo>
                  <a:pt x="2556" y="547"/>
                </a:lnTo>
                <a:lnTo>
                  <a:pt x="2429" y="547"/>
                </a:lnTo>
                <a:lnTo>
                  <a:pt x="2428" y="547"/>
                </a:lnTo>
                <a:lnTo>
                  <a:pt x="2426" y="546"/>
                </a:lnTo>
                <a:lnTo>
                  <a:pt x="2425" y="544"/>
                </a:lnTo>
                <a:lnTo>
                  <a:pt x="2349" y="430"/>
                </a:lnTo>
                <a:lnTo>
                  <a:pt x="2330" y="402"/>
                </a:lnTo>
                <a:lnTo>
                  <a:pt x="2330" y="402"/>
                </a:lnTo>
                <a:lnTo>
                  <a:pt x="2314" y="380"/>
                </a:lnTo>
                <a:lnTo>
                  <a:pt x="2314" y="380"/>
                </a:lnTo>
                <a:lnTo>
                  <a:pt x="2302" y="364"/>
                </a:lnTo>
                <a:lnTo>
                  <a:pt x="2302" y="364"/>
                </a:lnTo>
                <a:lnTo>
                  <a:pt x="2293" y="353"/>
                </a:lnTo>
                <a:lnTo>
                  <a:pt x="2293" y="354"/>
                </a:lnTo>
                <a:lnTo>
                  <a:pt x="2286" y="346"/>
                </a:lnTo>
                <a:lnTo>
                  <a:pt x="2286" y="347"/>
                </a:lnTo>
                <a:lnTo>
                  <a:pt x="2278" y="341"/>
                </a:lnTo>
                <a:lnTo>
                  <a:pt x="2279" y="341"/>
                </a:lnTo>
                <a:lnTo>
                  <a:pt x="2271" y="336"/>
                </a:lnTo>
                <a:lnTo>
                  <a:pt x="2271" y="337"/>
                </a:lnTo>
                <a:lnTo>
                  <a:pt x="2263" y="333"/>
                </a:lnTo>
                <a:lnTo>
                  <a:pt x="2264" y="333"/>
                </a:lnTo>
                <a:lnTo>
                  <a:pt x="2254" y="331"/>
                </a:lnTo>
                <a:lnTo>
                  <a:pt x="2254" y="331"/>
                </a:lnTo>
                <a:lnTo>
                  <a:pt x="2242" y="329"/>
                </a:lnTo>
                <a:lnTo>
                  <a:pt x="2243" y="329"/>
                </a:lnTo>
                <a:lnTo>
                  <a:pt x="2228" y="328"/>
                </a:lnTo>
                <a:lnTo>
                  <a:pt x="2228" y="328"/>
                </a:lnTo>
                <a:lnTo>
                  <a:pt x="2211" y="328"/>
                </a:lnTo>
                <a:lnTo>
                  <a:pt x="2212" y="328"/>
                </a:lnTo>
                <a:lnTo>
                  <a:pt x="2190" y="328"/>
                </a:lnTo>
                <a:lnTo>
                  <a:pt x="2196" y="322"/>
                </a:lnTo>
                <a:lnTo>
                  <a:pt x="2196" y="541"/>
                </a:lnTo>
                <a:lnTo>
                  <a:pt x="2195" y="543"/>
                </a:lnTo>
                <a:lnTo>
                  <a:pt x="2195" y="545"/>
                </a:lnTo>
                <a:lnTo>
                  <a:pt x="2193" y="546"/>
                </a:lnTo>
                <a:lnTo>
                  <a:pt x="2192" y="547"/>
                </a:lnTo>
                <a:lnTo>
                  <a:pt x="2190" y="547"/>
                </a:lnTo>
                <a:lnTo>
                  <a:pt x="2084" y="547"/>
                </a:lnTo>
                <a:lnTo>
                  <a:pt x="2082" y="547"/>
                </a:lnTo>
                <a:lnTo>
                  <a:pt x="2080" y="546"/>
                </a:lnTo>
                <a:lnTo>
                  <a:pt x="2079" y="545"/>
                </a:lnTo>
                <a:lnTo>
                  <a:pt x="2078" y="543"/>
                </a:lnTo>
                <a:lnTo>
                  <a:pt x="2078" y="541"/>
                </a:lnTo>
                <a:lnTo>
                  <a:pt x="2078" y="16"/>
                </a:lnTo>
                <a:lnTo>
                  <a:pt x="2079" y="16"/>
                </a:lnTo>
                <a:close/>
                <a:moveTo>
                  <a:pt x="2090" y="541"/>
                </a:moveTo>
                <a:lnTo>
                  <a:pt x="2084" y="535"/>
                </a:lnTo>
                <a:lnTo>
                  <a:pt x="2191" y="535"/>
                </a:lnTo>
                <a:lnTo>
                  <a:pt x="2185" y="541"/>
                </a:lnTo>
                <a:lnTo>
                  <a:pt x="2185" y="322"/>
                </a:lnTo>
                <a:lnTo>
                  <a:pt x="2185" y="320"/>
                </a:lnTo>
                <a:lnTo>
                  <a:pt x="2186" y="318"/>
                </a:lnTo>
                <a:lnTo>
                  <a:pt x="2187" y="317"/>
                </a:lnTo>
                <a:lnTo>
                  <a:pt x="2189" y="316"/>
                </a:lnTo>
                <a:lnTo>
                  <a:pt x="2191" y="316"/>
                </a:lnTo>
                <a:lnTo>
                  <a:pt x="2212" y="316"/>
                </a:lnTo>
                <a:lnTo>
                  <a:pt x="2212" y="316"/>
                </a:lnTo>
                <a:lnTo>
                  <a:pt x="2229" y="316"/>
                </a:lnTo>
                <a:lnTo>
                  <a:pt x="2230" y="316"/>
                </a:lnTo>
                <a:lnTo>
                  <a:pt x="2244" y="317"/>
                </a:lnTo>
                <a:lnTo>
                  <a:pt x="2245" y="317"/>
                </a:lnTo>
                <a:lnTo>
                  <a:pt x="2257" y="319"/>
                </a:lnTo>
                <a:lnTo>
                  <a:pt x="2257" y="319"/>
                </a:lnTo>
                <a:lnTo>
                  <a:pt x="2267" y="322"/>
                </a:lnTo>
                <a:lnTo>
                  <a:pt x="2268" y="322"/>
                </a:lnTo>
                <a:lnTo>
                  <a:pt x="2276" y="326"/>
                </a:lnTo>
                <a:lnTo>
                  <a:pt x="2277" y="326"/>
                </a:lnTo>
                <a:lnTo>
                  <a:pt x="2285" y="331"/>
                </a:lnTo>
                <a:lnTo>
                  <a:pt x="2286" y="331"/>
                </a:lnTo>
                <a:lnTo>
                  <a:pt x="2294" y="337"/>
                </a:lnTo>
                <a:lnTo>
                  <a:pt x="2294" y="338"/>
                </a:lnTo>
                <a:lnTo>
                  <a:pt x="2302" y="345"/>
                </a:lnTo>
                <a:lnTo>
                  <a:pt x="2302" y="346"/>
                </a:lnTo>
                <a:lnTo>
                  <a:pt x="2311" y="356"/>
                </a:lnTo>
                <a:lnTo>
                  <a:pt x="2311" y="357"/>
                </a:lnTo>
                <a:lnTo>
                  <a:pt x="2324" y="373"/>
                </a:lnTo>
                <a:lnTo>
                  <a:pt x="2324" y="373"/>
                </a:lnTo>
                <a:lnTo>
                  <a:pt x="2340" y="396"/>
                </a:lnTo>
                <a:lnTo>
                  <a:pt x="2340" y="396"/>
                </a:lnTo>
                <a:lnTo>
                  <a:pt x="2358" y="423"/>
                </a:lnTo>
                <a:lnTo>
                  <a:pt x="2435" y="538"/>
                </a:lnTo>
                <a:lnTo>
                  <a:pt x="2430" y="536"/>
                </a:lnTo>
                <a:lnTo>
                  <a:pt x="2557" y="536"/>
                </a:lnTo>
                <a:lnTo>
                  <a:pt x="2552" y="544"/>
                </a:lnTo>
                <a:lnTo>
                  <a:pt x="2488" y="442"/>
                </a:lnTo>
                <a:lnTo>
                  <a:pt x="2470" y="414"/>
                </a:lnTo>
                <a:lnTo>
                  <a:pt x="2470" y="414"/>
                </a:lnTo>
                <a:lnTo>
                  <a:pt x="2454" y="390"/>
                </a:lnTo>
                <a:lnTo>
                  <a:pt x="2454" y="390"/>
                </a:lnTo>
                <a:lnTo>
                  <a:pt x="2440" y="371"/>
                </a:lnTo>
                <a:lnTo>
                  <a:pt x="2440" y="371"/>
                </a:lnTo>
                <a:lnTo>
                  <a:pt x="2428" y="357"/>
                </a:lnTo>
                <a:lnTo>
                  <a:pt x="2428" y="357"/>
                </a:lnTo>
                <a:lnTo>
                  <a:pt x="2416" y="345"/>
                </a:lnTo>
                <a:lnTo>
                  <a:pt x="2417" y="346"/>
                </a:lnTo>
                <a:lnTo>
                  <a:pt x="2403" y="334"/>
                </a:lnTo>
                <a:lnTo>
                  <a:pt x="2404" y="335"/>
                </a:lnTo>
                <a:lnTo>
                  <a:pt x="2389" y="324"/>
                </a:lnTo>
                <a:lnTo>
                  <a:pt x="2389" y="324"/>
                </a:lnTo>
                <a:lnTo>
                  <a:pt x="2373" y="314"/>
                </a:lnTo>
                <a:lnTo>
                  <a:pt x="2371" y="312"/>
                </a:lnTo>
                <a:lnTo>
                  <a:pt x="2370" y="311"/>
                </a:lnTo>
                <a:lnTo>
                  <a:pt x="2370" y="309"/>
                </a:lnTo>
                <a:lnTo>
                  <a:pt x="2371" y="307"/>
                </a:lnTo>
                <a:lnTo>
                  <a:pt x="2372" y="305"/>
                </a:lnTo>
                <a:lnTo>
                  <a:pt x="2373" y="304"/>
                </a:lnTo>
                <a:lnTo>
                  <a:pt x="2375" y="303"/>
                </a:lnTo>
                <a:lnTo>
                  <a:pt x="2392" y="300"/>
                </a:lnTo>
                <a:lnTo>
                  <a:pt x="2391" y="300"/>
                </a:lnTo>
                <a:lnTo>
                  <a:pt x="2407" y="296"/>
                </a:lnTo>
                <a:lnTo>
                  <a:pt x="2406" y="297"/>
                </a:lnTo>
                <a:lnTo>
                  <a:pt x="2421" y="292"/>
                </a:lnTo>
                <a:lnTo>
                  <a:pt x="2421" y="292"/>
                </a:lnTo>
                <a:lnTo>
                  <a:pt x="2434" y="286"/>
                </a:lnTo>
                <a:lnTo>
                  <a:pt x="2434" y="286"/>
                </a:lnTo>
                <a:lnTo>
                  <a:pt x="2446" y="280"/>
                </a:lnTo>
                <a:lnTo>
                  <a:pt x="2446" y="280"/>
                </a:lnTo>
                <a:lnTo>
                  <a:pt x="2457" y="273"/>
                </a:lnTo>
                <a:lnTo>
                  <a:pt x="2456" y="273"/>
                </a:lnTo>
                <a:lnTo>
                  <a:pt x="2467" y="265"/>
                </a:lnTo>
                <a:lnTo>
                  <a:pt x="2466" y="265"/>
                </a:lnTo>
                <a:lnTo>
                  <a:pt x="2475" y="256"/>
                </a:lnTo>
                <a:lnTo>
                  <a:pt x="2475" y="257"/>
                </a:lnTo>
                <a:lnTo>
                  <a:pt x="2483" y="247"/>
                </a:lnTo>
                <a:lnTo>
                  <a:pt x="2483" y="247"/>
                </a:lnTo>
                <a:lnTo>
                  <a:pt x="2490" y="237"/>
                </a:lnTo>
                <a:lnTo>
                  <a:pt x="2489" y="237"/>
                </a:lnTo>
                <a:lnTo>
                  <a:pt x="2495" y="226"/>
                </a:lnTo>
                <a:lnTo>
                  <a:pt x="2495" y="226"/>
                </a:lnTo>
                <a:lnTo>
                  <a:pt x="2500" y="214"/>
                </a:lnTo>
                <a:lnTo>
                  <a:pt x="2500" y="215"/>
                </a:lnTo>
                <a:lnTo>
                  <a:pt x="2504" y="202"/>
                </a:lnTo>
                <a:lnTo>
                  <a:pt x="2503" y="203"/>
                </a:lnTo>
                <a:lnTo>
                  <a:pt x="2506" y="190"/>
                </a:lnTo>
                <a:lnTo>
                  <a:pt x="2506" y="190"/>
                </a:lnTo>
                <a:lnTo>
                  <a:pt x="2508" y="176"/>
                </a:lnTo>
                <a:lnTo>
                  <a:pt x="2508" y="177"/>
                </a:lnTo>
                <a:lnTo>
                  <a:pt x="2508" y="162"/>
                </a:lnTo>
                <a:lnTo>
                  <a:pt x="2508" y="163"/>
                </a:lnTo>
                <a:lnTo>
                  <a:pt x="2508" y="151"/>
                </a:lnTo>
                <a:lnTo>
                  <a:pt x="2508" y="152"/>
                </a:lnTo>
                <a:lnTo>
                  <a:pt x="2507" y="140"/>
                </a:lnTo>
                <a:lnTo>
                  <a:pt x="2507" y="141"/>
                </a:lnTo>
                <a:lnTo>
                  <a:pt x="2505" y="130"/>
                </a:lnTo>
                <a:lnTo>
                  <a:pt x="2505" y="131"/>
                </a:lnTo>
                <a:lnTo>
                  <a:pt x="2503" y="120"/>
                </a:lnTo>
                <a:lnTo>
                  <a:pt x="2503" y="120"/>
                </a:lnTo>
                <a:lnTo>
                  <a:pt x="2499" y="110"/>
                </a:lnTo>
                <a:lnTo>
                  <a:pt x="2500" y="111"/>
                </a:lnTo>
                <a:lnTo>
                  <a:pt x="2496" y="101"/>
                </a:lnTo>
                <a:lnTo>
                  <a:pt x="2496" y="101"/>
                </a:lnTo>
                <a:lnTo>
                  <a:pt x="2491" y="92"/>
                </a:lnTo>
                <a:lnTo>
                  <a:pt x="2491" y="92"/>
                </a:lnTo>
                <a:lnTo>
                  <a:pt x="2486" y="83"/>
                </a:lnTo>
                <a:lnTo>
                  <a:pt x="2486" y="83"/>
                </a:lnTo>
                <a:lnTo>
                  <a:pt x="2480" y="74"/>
                </a:lnTo>
                <a:lnTo>
                  <a:pt x="2480" y="75"/>
                </a:lnTo>
                <a:lnTo>
                  <a:pt x="2474" y="67"/>
                </a:lnTo>
                <a:lnTo>
                  <a:pt x="2474" y="67"/>
                </a:lnTo>
                <a:lnTo>
                  <a:pt x="2467" y="60"/>
                </a:lnTo>
                <a:lnTo>
                  <a:pt x="2468" y="60"/>
                </a:lnTo>
                <a:lnTo>
                  <a:pt x="2460" y="53"/>
                </a:lnTo>
                <a:lnTo>
                  <a:pt x="2461" y="54"/>
                </a:lnTo>
                <a:lnTo>
                  <a:pt x="2453" y="48"/>
                </a:lnTo>
                <a:lnTo>
                  <a:pt x="2453" y="48"/>
                </a:lnTo>
                <a:lnTo>
                  <a:pt x="2445" y="43"/>
                </a:lnTo>
                <a:lnTo>
                  <a:pt x="2445" y="43"/>
                </a:lnTo>
                <a:lnTo>
                  <a:pt x="2436" y="39"/>
                </a:lnTo>
                <a:lnTo>
                  <a:pt x="2437" y="39"/>
                </a:lnTo>
                <a:lnTo>
                  <a:pt x="2428" y="35"/>
                </a:lnTo>
                <a:lnTo>
                  <a:pt x="2428" y="35"/>
                </a:lnTo>
                <a:lnTo>
                  <a:pt x="2418" y="32"/>
                </a:lnTo>
                <a:lnTo>
                  <a:pt x="2418" y="32"/>
                </a:lnTo>
                <a:lnTo>
                  <a:pt x="2407" y="29"/>
                </a:lnTo>
                <a:lnTo>
                  <a:pt x="2407" y="29"/>
                </a:lnTo>
                <a:lnTo>
                  <a:pt x="2394" y="27"/>
                </a:lnTo>
                <a:lnTo>
                  <a:pt x="2394" y="27"/>
                </a:lnTo>
                <a:lnTo>
                  <a:pt x="2379" y="25"/>
                </a:lnTo>
                <a:lnTo>
                  <a:pt x="2380" y="25"/>
                </a:lnTo>
                <a:lnTo>
                  <a:pt x="2364" y="23"/>
                </a:lnTo>
                <a:lnTo>
                  <a:pt x="2364" y="23"/>
                </a:lnTo>
                <a:lnTo>
                  <a:pt x="2346" y="22"/>
                </a:lnTo>
                <a:lnTo>
                  <a:pt x="2346" y="22"/>
                </a:lnTo>
                <a:lnTo>
                  <a:pt x="2328" y="22"/>
                </a:lnTo>
                <a:lnTo>
                  <a:pt x="2328" y="22"/>
                </a:lnTo>
                <a:lnTo>
                  <a:pt x="2307" y="21"/>
                </a:lnTo>
                <a:lnTo>
                  <a:pt x="2084" y="21"/>
                </a:lnTo>
                <a:lnTo>
                  <a:pt x="2090" y="16"/>
                </a:lnTo>
                <a:lnTo>
                  <a:pt x="2090" y="541"/>
                </a:lnTo>
                <a:lnTo>
                  <a:pt x="2090" y="541"/>
                </a:lnTo>
                <a:close/>
                <a:moveTo>
                  <a:pt x="2269" y="232"/>
                </a:moveTo>
                <a:lnTo>
                  <a:pt x="2303" y="231"/>
                </a:lnTo>
                <a:lnTo>
                  <a:pt x="2303" y="231"/>
                </a:lnTo>
                <a:lnTo>
                  <a:pt x="2331" y="230"/>
                </a:lnTo>
                <a:lnTo>
                  <a:pt x="2330" y="230"/>
                </a:lnTo>
                <a:lnTo>
                  <a:pt x="2341" y="229"/>
                </a:lnTo>
                <a:lnTo>
                  <a:pt x="2341" y="229"/>
                </a:lnTo>
                <a:lnTo>
                  <a:pt x="2350" y="228"/>
                </a:lnTo>
                <a:lnTo>
                  <a:pt x="2350" y="228"/>
                </a:lnTo>
                <a:lnTo>
                  <a:pt x="2358" y="227"/>
                </a:lnTo>
                <a:lnTo>
                  <a:pt x="2357" y="227"/>
                </a:lnTo>
                <a:lnTo>
                  <a:pt x="2363" y="225"/>
                </a:lnTo>
                <a:lnTo>
                  <a:pt x="2362" y="226"/>
                </a:lnTo>
                <a:lnTo>
                  <a:pt x="2371" y="222"/>
                </a:lnTo>
                <a:lnTo>
                  <a:pt x="2370" y="222"/>
                </a:lnTo>
                <a:lnTo>
                  <a:pt x="2378" y="217"/>
                </a:lnTo>
                <a:lnTo>
                  <a:pt x="2377" y="218"/>
                </a:lnTo>
                <a:lnTo>
                  <a:pt x="2384" y="212"/>
                </a:lnTo>
                <a:lnTo>
                  <a:pt x="2384" y="213"/>
                </a:lnTo>
                <a:lnTo>
                  <a:pt x="2390" y="205"/>
                </a:lnTo>
                <a:lnTo>
                  <a:pt x="2389" y="206"/>
                </a:lnTo>
                <a:lnTo>
                  <a:pt x="2392" y="202"/>
                </a:lnTo>
                <a:lnTo>
                  <a:pt x="2391" y="202"/>
                </a:lnTo>
                <a:lnTo>
                  <a:pt x="2394" y="198"/>
                </a:lnTo>
                <a:lnTo>
                  <a:pt x="2394" y="198"/>
                </a:lnTo>
                <a:lnTo>
                  <a:pt x="2395" y="194"/>
                </a:lnTo>
                <a:lnTo>
                  <a:pt x="2395" y="194"/>
                </a:lnTo>
                <a:lnTo>
                  <a:pt x="2397" y="190"/>
                </a:lnTo>
                <a:lnTo>
                  <a:pt x="2397" y="190"/>
                </a:lnTo>
                <a:lnTo>
                  <a:pt x="2398" y="185"/>
                </a:lnTo>
                <a:lnTo>
                  <a:pt x="2398" y="185"/>
                </a:lnTo>
                <a:lnTo>
                  <a:pt x="2398" y="180"/>
                </a:lnTo>
                <a:lnTo>
                  <a:pt x="2398" y="180"/>
                </a:lnTo>
                <a:lnTo>
                  <a:pt x="2399" y="175"/>
                </a:lnTo>
                <a:lnTo>
                  <a:pt x="2399" y="175"/>
                </a:lnTo>
                <a:lnTo>
                  <a:pt x="2399" y="169"/>
                </a:lnTo>
                <a:lnTo>
                  <a:pt x="2399" y="170"/>
                </a:lnTo>
                <a:lnTo>
                  <a:pt x="2399" y="163"/>
                </a:lnTo>
                <a:lnTo>
                  <a:pt x="2399" y="164"/>
                </a:lnTo>
                <a:lnTo>
                  <a:pt x="2398" y="157"/>
                </a:lnTo>
                <a:lnTo>
                  <a:pt x="2398" y="158"/>
                </a:lnTo>
                <a:lnTo>
                  <a:pt x="2397" y="152"/>
                </a:lnTo>
                <a:lnTo>
                  <a:pt x="2397" y="152"/>
                </a:lnTo>
                <a:lnTo>
                  <a:pt x="2396" y="147"/>
                </a:lnTo>
                <a:lnTo>
                  <a:pt x="2396" y="147"/>
                </a:lnTo>
                <a:lnTo>
                  <a:pt x="2394" y="142"/>
                </a:lnTo>
                <a:lnTo>
                  <a:pt x="2394" y="143"/>
                </a:lnTo>
                <a:lnTo>
                  <a:pt x="2392" y="138"/>
                </a:lnTo>
                <a:lnTo>
                  <a:pt x="2392" y="138"/>
                </a:lnTo>
                <a:lnTo>
                  <a:pt x="2389" y="134"/>
                </a:lnTo>
                <a:lnTo>
                  <a:pt x="2389" y="134"/>
                </a:lnTo>
                <a:lnTo>
                  <a:pt x="2386" y="130"/>
                </a:lnTo>
                <a:lnTo>
                  <a:pt x="2386" y="130"/>
                </a:lnTo>
                <a:lnTo>
                  <a:pt x="2383" y="126"/>
                </a:lnTo>
                <a:lnTo>
                  <a:pt x="2383" y="127"/>
                </a:lnTo>
                <a:lnTo>
                  <a:pt x="2379" y="123"/>
                </a:lnTo>
                <a:lnTo>
                  <a:pt x="2379" y="124"/>
                </a:lnTo>
                <a:lnTo>
                  <a:pt x="2375" y="121"/>
                </a:lnTo>
                <a:lnTo>
                  <a:pt x="2375" y="121"/>
                </a:lnTo>
                <a:lnTo>
                  <a:pt x="2371" y="118"/>
                </a:lnTo>
                <a:lnTo>
                  <a:pt x="2371" y="119"/>
                </a:lnTo>
                <a:lnTo>
                  <a:pt x="2366" y="116"/>
                </a:lnTo>
                <a:lnTo>
                  <a:pt x="2366" y="116"/>
                </a:lnTo>
                <a:lnTo>
                  <a:pt x="2361" y="114"/>
                </a:lnTo>
                <a:lnTo>
                  <a:pt x="2361" y="114"/>
                </a:lnTo>
                <a:lnTo>
                  <a:pt x="2355" y="113"/>
                </a:lnTo>
                <a:lnTo>
                  <a:pt x="2356" y="113"/>
                </a:lnTo>
                <a:lnTo>
                  <a:pt x="2350" y="112"/>
                </a:lnTo>
                <a:lnTo>
                  <a:pt x="2350" y="112"/>
                </a:lnTo>
                <a:lnTo>
                  <a:pt x="2341" y="111"/>
                </a:lnTo>
                <a:lnTo>
                  <a:pt x="2341" y="111"/>
                </a:lnTo>
                <a:lnTo>
                  <a:pt x="2325" y="111"/>
                </a:lnTo>
                <a:lnTo>
                  <a:pt x="2325" y="111"/>
                </a:lnTo>
                <a:lnTo>
                  <a:pt x="2273" y="110"/>
                </a:lnTo>
                <a:lnTo>
                  <a:pt x="2191" y="110"/>
                </a:lnTo>
                <a:lnTo>
                  <a:pt x="2197" y="104"/>
                </a:lnTo>
                <a:lnTo>
                  <a:pt x="2197" y="238"/>
                </a:lnTo>
                <a:lnTo>
                  <a:pt x="2191" y="232"/>
                </a:lnTo>
                <a:lnTo>
                  <a:pt x="2269" y="232"/>
                </a:lnTo>
                <a:lnTo>
                  <a:pt x="2269" y="232"/>
                </a:lnTo>
                <a:close/>
                <a:moveTo>
                  <a:pt x="2190" y="243"/>
                </a:moveTo>
                <a:lnTo>
                  <a:pt x="2189" y="243"/>
                </a:lnTo>
                <a:lnTo>
                  <a:pt x="2187" y="242"/>
                </a:lnTo>
                <a:lnTo>
                  <a:pt x="2186" y="241"/>
                </a:lnTo>
                <a:lnTo>
                  <a:pt x="2185" y="239"/>
                </a:lnTo>
                <a:lnTo>
                  <a:pt x="2185" y="238"/>
                </a:lnTo>
                <a:lnTo>
                  <a:pt x="2185" y="104"/>
                </a:lnTo>
                <a:lnTo>
                  <a:pt x="2185" y="102"/>
                </a:lnTo>
                <a:lnTo>
                  <a:pt x="2186" y="101"/>
                </a:lnTo>
                <a:lnTo>
                  <a:pt x="2187" y="100"/>
                </a:lnTo>
                <a:lnTo>
                  <a:pt x="2189" y="99"/>
                </a:lnTo>
                <a:lnTo>
                  <a:pt x="2190" y="99"/>
                </a:lnTo>
                <a:lnTo>
                  <a:pt x="2273" y="99"/>
                </a:lnTo>
                <a:lnTo>
                  <a:pt x="2325" y="99"/>
                </a:lnTo>
                <a:lnTo>
                  <a:pt x="2325" y="99"/>
                </a:lnTo>
                <a:lnTo>
                  <a:pt x="2341" y="100"/>
                </a:lnTo>
                <a:lnTo>
                  <a:pt x="2341" y="100"/>
                </a:lnTo>
                <a:lnTo>
                  <a:pt x="2351" y="100"/>
                </a:lnTo>
                <a:lnTo>
                  <a:pt x="2351" y="101"/>
                </a:lnTo>
                <a:lnTo>
                  <a:pt x="2358" y="102"/>
                </a:lnTo>
                <a:lnTo>
                  <a:pt x="2358" y="102"/>
                </a:lnTo>
                <a:lnTo>
                  <a:pt x="2364" y="104"/>
                </a:lnTo>
                <a:lnTo>
                  <a:pt x="2364" y="104"/>
                </a:lnTo>
                <a:lnTo>
                  <a:pt x="2370" y="106"/>
                </a:lnTo>
                <a:lnTo>
                  <a:pt x="2370" y="106"/>
                </a:lnTo>
                <a:lnTo>
                  <a:pt x="2376" y="108"/>
                </a:lnTo>
                <a:lnTo>
                  <a:pt x="2376" y="108"/>
                </a:lnTo>
                <a:lnTo>
                  <a:pt x="2381" y="111"/>
                </a:lnTo>
                <a:lnTo>
                  <a:pt x="2381" y="111"/>
                </a:lnTo>
                <a:lnTo>
                  <a:pt x="2386" y="115"/>
                </a:lnTo>
                <a:lnTo>
                  <a:pt x="2386" y="115"/>
                </a:lnTo>
                <a:lnTo>
                  <a:pt x="2390" y="118"/>
                </a:lnTo>
                <a:lnTo>
                  <a:pt x="2391" y="119"/>
                </a:lnTo>
                <a:lnTo>
                  <a:pt x="2394" y="123"/>
                </a:lnTo>
                <a:lnTo>
                  <a:pt x="2395" y="123"/>
                </a:lnTo>
                <a:lnTo>
                  <a:pt x="2398" y="127"/>
                </a:lnTo>
                <a:lnTo>
                  <a:pt x="2398" y="128"/>
                </a:lnTo>
                <a:lnTo>
                  <a:pt x="2401" y="132"/>
                </a:lnTo>
                <a:lnTo>
                  <a:pt x="2401" y="133"/>
                </a:lnTo>
                <a:lnTo>
                  <a:pt x="2404" y="138"/>
                </a:lnTo>
                <a:lnTo>
                  <a:pt x="2404" y="138"/>
                </a:lnTo>
                <a:lnTo>
                  <a:pt x="2406" y="143"/>
                </a:lnTo>
                <a:lnTo>
                  <a:pt x="2406" y="144"/>
                </a:lnTo>
                <a:lnTo>
                  <a:pt x="2408" y="149"/>
                </a:lnTo>
                <a:lnTo>
                  <a:pt x="2408" y="150"/>
                </a:lnTo>
                <a:lnTo>
                  <a:pt x="2409" y="156"/>
                </a:lnTo>
                <a:lnTo>
                  <a:pt x="2409" y="156"/>
                </a:lnTo>
                <a:lnTo>
                  <a:pt x="2409" y="162"/>
                </a:lnTo>
                <a:lnTo>
                  <a:pt x="2409" y="163"/>
                </a:lnTo>
                <a:lnTo>
                  <a:pt x="2410" y="169"/>
                </a:lnTo>
                <a:lnTo>
                  <a:pt x="2410" y="169"/>
                </a:lnTo>
                <a:lnTo>
                  <a:pt x="2409" y="175"/>
                </a:lnTo>
                <a:lnTo>
                  <a:pt x="2409" y="176"/>
                </a:lnTo>
                <a:lnTo>
                  <a:pt x="2409" y="181"/>
                </a:lnTo>
                <a:lnTo>
                  <a:pt x="2409" y="182"/>
                </a:lnTo>
                <a:lnTo>
                  <a:pt x="2408" y="187"/>
                </a:lnTo>
                <a:lnTo>
                  <a:pt x="2408" y="187"/>
                </a:lnTo>
                <a:lnTo>
                  <a:pt x="2407" y="192"/>
                </a:lnTo>
                <a:lnTo>
                  <a:pt x="2407" y="193"/>
                </a:lnTo>
                <a:lnTo>
                  <a:pt x="2405" y="198"/>
                </a:lnTo>
                <a:lnTo>
                  <a:pt x="2405" y="198"/>
                </a:lnTo>
                <a:lnTo>
                  <a:pt x="2403" y="202"/>
                </a:lnTo>
                <a:lnTo>
                  <a:pt x="2403" y="203"/>
                </a:lnTo>
                <a:lnTo>
                  <a:pt x="2401" y="207"/>
                </a:lnTo>
                <a:lnTo>
                  <a:pt x="2400" y="208"/>
                </a:lnTo>
                <a:lnTo>
                  <a:pt x="2398" y="212"/>
                </a:lnTo>
                <a:lnTo>
                  <a:pt x="2397" y="212"/>
                </a:lnTo>
                <a:lnTo>
                  <a:pt x="2392" y="220"/>
                </a:lnTo>
                <a:lnTo>
                  <a:pt x="2391" y="220"/>
                </a:lnTo>
                <a:lnTo>
                  <a:pt x="2385" y="226"/>
                </a:lnTo>
                <a:lnTo>
                  <a:pt x="2384" y="227"/>
                </a:lnTo>
                <a:lnTo>
                  <a:pt x="2376" y="232"/>
                </a:lnTo>
                <a:lnTo>
                  <a:pt x="2375" y="232"/>
                </a:lnTo>
                <a:lnTo>
                  <a:pt x="2366" y="236"/>
                </a:lnTo>
                <a:lnTo>
                  <a:pt x="2365" y="237"/>
                </a:lnTo>
                <a:lnTo>
                  <a:pt x="2360" y="238"/>
                </a:lnTo>
                <a:lnTo>
                  <a:pt x="2359" y="238"/>
                </a:lnTo>
                <a:lnTo>
                  <a:pt x="2352" y="240"/>
                </a:lnTo>
                <a:lnTo>
                  <a:pt x="2352" y="240"/>
                </a:lnTo>
                <a:lnTo>
                  <a:pt x="2342" y="241"/>
                </a:lnTo>
                <a:lnTo>
                  <a:pt x="2342" y="241"/>
                </a:lnTo>
                <a:lnTo>
                  <a:pt x="2331" y="241"/>
                </a:lnTo>
                <a:lnTo>
                  <a:pt x="2331" y="241"/>
                </a:lnTo>
                <a:lnTo>
                  <a:pt x="2304" y="243"/>
                </a:lnTo>
                <a:lnTo>
                  <a:pt x="2304" y="243"/>
                </a:lnTo>
                <a:lnTo>
                  <a:pt x="2269" y="243"/>
                </a:lnTo>
                <a:lnTo>
                  <a:pt x="2190" y="243"/>
                </a:lnTo>
                <a:lnTo>
                  <a:pt x="2190" y="243"/>
                </a:lnTo>
                <a:close/>
                <a:moveTo>
                  <a:pt x="2639" y="16"/>
                </a:moveTo>
                <a:lnTo>
                  <a:pt x="2639" y="14"/>
                </a:lnTo>
                <a:lnTo>
                  <a:pt x="2640" y="12"/>
                </a:lnTo>
                <a:lnTo>
                  <a:pt x="2641" y="11"/>
                </a:lnTo>
                <a:lnTo>
                  <a:pt x="2643" y="10"/>
                </a:lnTo>
                <a:lnTo>
                  <a:pt x="2645" y="10"/>
                </a:lnTo>
                <a:lnTo>
                  <a:pt x="3034" y="10"/>
                </a:lnTo>
                <a:lnTo>
                  <a:pt x="3036" y="10"/>
                </a:lnTo>
                <a:lnTo>
                  <a:pt x="3038" y="11"/>
                </a:lnTo>
                <a:lnTo>
                  <a:pt x="3039" y="12"/>
                </a:lnTo>
                <a:lnTo>
                  <a:pt x="3040" y="14"/>
                </a:lnTo>
                <a:lnTo>
                  <a:pt x="3040" y="16"/>
                </a:lnTo>
                <a:lnTo>
                  <a:pt x="3040" y="104"/>
                </a:lnTo>
                <a:lnTo>
                  <a:pt x="3040" y="106"/>
                </a:lnTo>
                <a:lnTo>
                  <a:pt x="3039" y="108"/>
                </a:lnTo>
                <a:lnTo>
                  <a:pt x="3038" y="109"/>
                </a:lnTo>
                <a:lnTo>
                  <a:pt x="3036" y="110"/>
                </a:lnTo>
                <a:lnTo>
                  <a:pt x="3034" y="110"/>
                </a:lnTo>
                <a:lnTo>
                  <a:pt x="2751" y="110"/>
                </a:lnTo>
                <a:lnTo>
                  <a:pt x="2757" y="104"/>
                </a:lnTo>
                <a:lnTo>
                  <a:pt x="2757" y="221"/>
                </a:lnTo>
                <a:lnTo>
                  <a:pt x="2751" y="215"/>
                </a:lnTo>
                <a:lnTo>
                  <a:pt x="3015" y="215"/>
                </a:lnTo>
                <a:lnTo>
                  <a:pt x="3016" y="215"/>
                </a:lnTo>
                <a:lnTo>
                  <a:pt x="3018" y="216"/>
                </a:lnTo>
                <a:lnTo>
                  <a:pt x="3019" y="217"/>
                </a:lnTo>
                <a:lnTo>
                  <a:pt x="3020" y="219"/>
                </a:lnTo>
                <a:lnTo>
                  <a:pt x="3020" y="221"/>
                </a:lnTo>
                <a:lnTo>
                  <a:pt x="3020" y="310"/>
                </a:lnTo>
                <a:lnTo>
                  <a:pt x="3020" y="311"/>
                </a:lnTo>
                <a:lnTo>
                  <a:pt x="3019" y="313"/>
                </a:lnTo>
                <a:lnTo>
                  <a:pt x="3018" y="314"/>
                </a:lnTo>
                <a:lnTo>
                  <a:pt x="3016" y="315"/>
                </a:lnTo>
                <a:lnTo>
                  <a:pt x="3014" y="315"/>
                </a:lnTo>
                <a:lnTo>
                  <a:pt x="2751" y="315"/>
                </a:lnTo>
                <a:lnTo>
                  <a:pt x="2757" y="309"/>
                </a:lnTo>
                <a:lnTo>
                  <a:pt x="2757" y="453"/>
                </a:lnTo>
                <a:lnTo>
                  <a:pt x="2751" y="447"/>
                </a:lnTo>
                <a:lnTo>
                  <a:pt x="3044" y="447"/>
                </a:lnTo>
                <a:lnTo>
                  <a:pt x="3046" y="447"/>
                </a:lnTo>
                <a:lnTo>
                  <a:pt x="3048" y="448"/>
                </a:lnTo>
                <a:lnTo>
                  <a:pt x="3049" y="449"/>
                </a:lnTo>
                <a:lnTo>
                  <a:pt x="3050" y="451"/>
                </a:lnTo>
                <a:lnTo>
                  <a:pt x="3050" y="453"/>
                </a:lnTo>
                <a:lnTo>
                  <a:pt x="3050" y="541"/>
                </a:lnTo>
                <a:lnTo>
                  <a:pt x="3050" y="543"/>
                </a:lnTo>
                <a:lnTo>
                  <a:pt x="3049" y="545"/>
                </a:lnTo>
                <a:lnTo>
                  <a:pt x="3048" y="546"/>
                </a:lnTo>
                <a:lnTo>
                  <a:pt x="3046" y="547"/>
                </a:lnTo>
                <a:lnTo>
                  <a:pt x="3044" y="547"/>
                </a:lnTo>
                <a:lnTo>
                  <a:pt x="2645" y="547"/>
                </a:lnTo>
                <a:lnTo>
                  <a:pt x="2643" y="547"/>
                </a:lnTo>
                <a:lnTo>
                  <a:pt x="2641" y="546"/>
                </a:lnTo>
                <a:lnTo>
                  <a:pt x="2640" y="545"/>
                </a:lnTo>
                <a:lnTo>
                  <a:pt x="2639" y="543"/>
                </a:lnTo>
                <a:lnTo>
                  <a:pt x="2639" y="541"/>
                </a:lnTo>
                <a:lnTo>
                  <a:pt x="2639" y="16"/>
                </a:lnTo>
                <a:close/>
                <a:moveTo>
                  <a:pt x="2650" y="541"/>
                </a:moveTo>
                <a:lnTo>
                  <a:pt x="2645" y="536"/>
                </a:lnTo>
                <a:lnTo>
                  <a:pt x="3044" y="536"/>
                </a:lnTo>
                <a:lnTo>
                  <a:pt x="3039" y="541"/>
                </a:lnTo>
                <a:lnTo>
                  <a:pt x="3039" y="453"/>
                </a:lnTo>
                <a:lnTo>
                  <a:pt x="3044" y="458"/>
                </a:lnTo>
                <a:lnTo>
                  <a:pt x="2751" y="458"/>
                </a:lnTo>
                <a:lnTo>
                  <a:pt x="2749" y="458"/>
                </a:lnTo>
                <a:lnTo>
                  <a:pt x="2748" y="457"/>
                </a:lnTo>
                <a:lnTo>
                  <a:pt x="2746" y="456"/>
                </a:lnTo>
                <a:lnTo>
                  <a:pt x="2746" y="454"/>
                </a:lnTo>
                <a:lnTo>
                  <a:pt x="2745" y="453"/>
                </a:lnTo>
                <a:lnTo>
                  <a:pt x="2745" y="309"/>
                </a:lnTo>
                <a:lnTo>
                  <a:pt x="2746" y="308"/>
                </a:lnTo>
                <a:lnTo>
                  <a:pt x="2746" y="306"/>
                </a:lnTo>
                <a:lnTo>
                  <a:pt x="2748" y="305"/>
                </a:lnTo>
                <a:lnTo>
                  <a:pt x="2749" y="304"/>
                </a:lnTo>
                <a:lnTo>
                  <a:pt x="2751" y="304"/>
                </a:lnTo>
                <a:lnTo>
                  <a:pt x="3014" y="304"/>
                </a:lnTo>
                <a:lnTo>
                  <a:pt x="3009" y="309"/>
                </a:lnTo>
                <a:lnTo>
                  <a:pt x="3009" y="221"/>
                </a:lnTo>
                <a:lnTo>
                  <a:pt x="3014" y="226"/>
                </a:lnTo>
                <a:lnTo>
                  <a:pt x="2751" y="226"/>
                </a:lnTo>
                <a:lnTo>
                  <a:pt x="2749" y="226"/>
                </a:lnTo>
                <a:lnTo>
                  <a:pt x="2748" y="225"/>
                </a:lnTo>
                <a:lnTo>
                  <a:pt x="2746" y="224"/>
                </a:lnTo>
                <a:lnTo>
                  <a:pt x="2746" y="222"/>
                </a:lnTo>
                <a:lnTo>
                  <a:pt x="2745" y="221"/>
                </a:lnTo>
                <a:lnTo>
                  <a:pt x="2745" y="104"/>
                </a:lnTo>
                <a:lnTo>
                  <a:pt x="2746" y="103"/>
                </a:lnTo>
                <a:lnTo>
                  <a:pt x="2746" y="101"/>
                </a:lnTo>
                <a:lnTo>
                  <a:pt x="2748" y="100"/>
                </a:lnTo>
                <a:lnTo>
                  <a:pt x="2749" y="99"/>
                </a:lnTo>
                <a:lnTo>
                  <a:pt x="2751" y="99"/>
                </a:lnTo>
                <a:lnTo>
                  <a:pt x="3034" y="99"/>
                </a:lnTo>
                <a:lnTo>
                  <a:pt x="3029" y="104"/>
                </a:lnTo>
                <a:lnTo>
                  <a:pt x="3029" y="16"/>
                </a:lnTo>
                <a:lnTo>
                  <a:pt x="3034" y="21"/>
                </a:lnTo>
                <a:lnTo>
                  <a:pt x="2645" y="21"/>
                </a:lnTo>
                <a:lnTo>
                  <a:pt x="2650" y="16"/>
                </a:lnTo>
                <a:lnTo>
                  <a:pt x="2650" y="541"/>
                </a:lnTo>
                <a:lnTo>
                  <a:pt x="2650" y="541"/>
                </a:lnTo>
                <a:close/>
                <a:moveTo>
                  <a:pt x="3241" y="355"/>
                </a:moveTo>
                <a:lnTo>
                  <a:pt x="3242" y="355"/>
                </a:lnTo>
                <a:lnTo>
                  <a:pt x="3244" y="356"/>
                </a:lnTo>
                <a:lnTo>
                  <a:pt x="3245" y="357"/>
                </a:lnTo>
                <a:lnTo>
                  <a:pt x="3246" y="358"/>
                </a:lnTo>
                <a:lnTo>
                  <a:pt x="3247" y="360"/>
                </a:lnTo>
                <a:lnTo>
                  <a:pt x="3249" y="372"/>
                </a:lnTo>
                <a:lnTo>
                  <a:pt x="3249" y="372"/>
                </a:lnTo>
                <a:lnTo>
                  <a:pt x="3252" y="384"/>
                </a:lnTo>
                <a:lnTo>
                  <a:pt x="3252" y="383"/>
                </a:lnTo>
                <a:lnTo>
                  <a:pt x="3256" y="394"/>
                </a:lnTo>
                <a:lnTo>
                  <a:pt x="3256" y="394"/>
                </a:lnTo>
                <a:lnTo>
                  <a:pt x="3260" y="404"/>
                </a:lnTo>
                <a:lnTo>
                  <a:pt x="3260" y="403"/>
                </a:lnTo>
                <a:lnTo>
                  <a:pt x="3265" y="413"/>
                </a:lnTo>
                <a:lnTo>
                  <a:pt x="3265" y="412"/>
                </a:lnTo>
                <a:lnTo>
                  <a:pt x="3270" y="420"/>
                </a:lnTo>
                <a:lnTo>
                  <a:pt x="3270" y="420"/>
                </a:lnTo>
                <a:lnTo>
                  <a:pt x="3276" y="427"/>
                </a:lnTo>
                <a:lnTo>
                  <a:pt x="3275" y="427"/>
                </a:lnTo>
                <a:lnTo>
                  <a:pt x="3282" y="433"/>
                </a:lnTo>
                <a:lnTo>
                  <a:pt x="3282" y="433"/>
                </a:lnTo>
                <a:lnTo>
                  <a:pt x="3289" y="439"/>
                </a:lnTo>
                <a:lnTo>
                  <a:pt x="3289" y="438"/>
                </a:lnTo>
                <a:lnTo>
                  <a:pt x="3297" y="443"/>
                </a:lnTo>
                <a:lnTo>
                  <a:pt x="3296" y="443"/>
                </a:lnTo>
                <a:lnTo>
                  <a:pt x="3305" y="447"/>
                </a:lnTo>
                <a:lnTo>
                  <a:pt x="3305" y="447"/>
                </a:lnTo>
                <a:lnTo>
                  <a:pt x="3314" y="450"/>
                </a:lnTo>
                <a:lnTo>
                  <a:pt x="3313" y="450"/>
                </a:lnTo>
                <a:lnTo>
                  <a:pt x="3323" y="453"/>
                </a:lnTo>
                <a:lnTo>
                  <a:pt x="3323" y="453"/>
                </a:lnTo>
                <a:lnTo>
                  <a:pt x="3333" y="455"/>
                </a:lnTo>
                <a:lnTo>
                  <a:pt x="3333" y="455"/>
                </a:lnTo>
                <a:lnTo>
                  <a:pt x="3344" y="456"/>
                </a:lnTo>
                <a:lnTo>
                  <a:pt x="3344" y="456"/>
                </a:lnTo>
                <a:lnTo>
                  <a:pt x="3355" y="456"/>
                </a:lnTo>
                <a:lnTo>
                  <a:pt x="3355" y="456"/>
                </a:lnTo>
                <a:lnTo>
                  <a:pt x="3368" y="456"/>
                </a:lnTo>
                <a:lnTo>
                  <a:pt x="3367" y="456"/>
                </a:lnTo>
                <a:lnTo>
                  <a:pt x="3379" y="455"/>
                </a:lnTo>
                <a:lnTo>
                  <a:pt x="3378" y="455"/>
                </a:lnTo>
                <a:lnTo>
                  <a:pt x="3389" y="453"/>
                </a:lnTo>
                <a:lnTo>
                  <a:pt x="3389" y="454"/>
                </a:lnTo>
                <a:lnTo>
                  <a:pt x="3399" y="451"/>
                </a:lnTo>
                <a:lnTo>
                  <a:pt x="3398" y="451"/>
                </a:lnTo>
                <a:lnTo>
                  <a:pt x="3408" y="448"/>
                </a:lnTo>
                <a:lnTo>
                  <a:pt x="3407" y="449"/>
                </a:lnTo>
                <a:lnTo>
                  <a:pt x="3416" y="445"/>
                </a:lnTo>
                <a:lnTo>
                  <a:pt x="3415" y="445"/>
                </a:lnTo>
                <a:lnTo>
                  <a:pt x="3423" y="441"/>
                </a:lnTo>
                <a:lnTo>
                  <a:pt x="3422" y="441"/>
                </a:lnTo>
                <a:lnTo>
                  <a:pt x="3429" y="436"/>
                </a:lnTo>
                <a:lnTo>
                  <a:pt x="3428" y="436"/>
                </a:lnTo>
                <a:lnTo>
                  <a:pt x="3434" y="431"/>
                </a:lnTo>
                <a:lnTo>
                  <a:pt x="3434" y="431"/>
                </a:lnTo>
                <a:lnTo>
                  <a:pt x="3439" y="425"/>
                </a:lnTo>
                <a:lnTo>
                  <a:pt x="3439" y="426"/>
                </a:lnTo>
                <a:lnTo>
                  <a:pt x="3444" y="420"/>
                </a:lnTo>
                <a:lnTo>
                  <a:pt x="3443" y="420"/>
                </a:lnTo>
                <a:lnTo>
                  <a:pt x="3447" y="414"/>
                </a:lnTo>
                <a:lnTo>
                  <a:pt x="3447" y="414"/>
                </a:lnTo>
                <a:lnTo>
                  <a:pt x="3449" y="408"/>
                </a:lnTo>
                <a:lnTo>
                  <a:pt x="3449" y="408"/>
                </a:lnTo>
                <a:lnTo>
                  <a:pt x="3451" y="402"/>
                </a:lnTo>
                <a:lnTo>
                  <a:pt x="3451" y="402"/>
                </a:lnTo>
                <a:lnTo>
                  <a:pt x="3452" y="395"/>
                </a:lnTo>
                <a:lnTo>
                  <a:pt x="3452" y="396"/>
                </a:lnTo>
                <a:lnTo>
                  <a:pt x="3452" y="389"/>
                </a:lnTo>
                <a:lnTo>
                  <a:pt x="3452" y="389"/>
                </a:lnTo>
                <a:lnTo>
                  <a:pt x="3452" y="385"/>
                </a:lnTo>
                <a:lnTo>
                  <a:pt x="3452" y="385"/>
                </a:lnTo>
                <a:lnTo>
                  <a:pt x="3452" y="381"/>
                </a:lnTo>
                <a:lnTo>
                  <a:pt x="3452" y="381"/>
                </a:lnTo>
                <a:lnTo>
                  <a:pt x="3451" y="377"/>
                </a:lnTo>
                <a:lnTo>
                  <a:pt x="3451" y="378"/>
                </a:lnTo>
                <a:lnTo>
                  <a:pt x="3450" y="374"/>
                </a:lnTo>
                <a:lnTo>
                  <a:pt x="3450" y="374"/>
                </a:lnTo>
                <a:lnTo>
                  <a:pt x="3449" y="370"/>
                </a:lnTo>
                <a:lnTo>
                  <a:pt x="3449" y="371"/>
                </a:lnTo>
                <a:lnTo>
                  <a:pt x="3447" y="367"/>
                </a:lnTo>
                <a:lnTo>
                  <a:pt x="3447" y="368"/>
                </a:lnTo>
                <a:lnTo>
                  <a:pt x="3443" y="361"/>
                </a:lnTo>
                <a:lnTo>
                  <a:pt x="3443" y="361"/>
                </a:lnTo>
                <a:lnTo>
                  <a:pt x="3440" y="358"/>
                </a:lnTo>
                <a:lnTo>
                  <a:pt x="3440" y="358"/>
                </a:lnTo>
                <a:lnTo>
                  <a:pt x="3437" y="355"/>
                </a:lnTo>
                <a:lnTo>
                  <a:pt x="3438" y="356"/>
                </a:lnTo>
                <a:lnTo>
                  <a:pt x="3429" y="350"/>
                </a:lnTo>
                <a:lnTo>
                  <a:pt x="3430" y="350"/>
                </a:lnTo>
                <a:lnTo>
                  <a:pt x="3419" y="345"/>
                </a:lnTo>
                <a:lnTo>
                  <a:pt x="3420" y="345"/>
                </a:lnTo>
                <a:lnTo>
                  <a:pt x="3407" y="340"/>
                </a:lnTo>
                <a:lnTo>
                  <a:pt x="3407" y="340"/>
                </a:lnTo>
                <a:lnTo>
                  <a:pt x="3395" y="336"/>
                </a:lnTo>
                <a:lnTo>
                  <a:pt x="3395" y="336"/>
                </a:lnTo>
                <a:lnTo>
                  <a:pt x="3377" y="331"/>
                </a:lnTo>
                <a:lnTo>
                  <a:pt x="3377" y="331"/>
                </a:lnTo>
                <a:lnTo>
                  <a:pt x="3323" y="317"/>
                </a:lnTo>
                <a:lnTo>
                  <a:pt x="3303" y="311"/>
                </a:lnTo>
                <a:lnTo>
                  <a:pt x="3303" y="311"/>
                </a:lnTo>
                <a:lnTo>
                  <a:pt x="3284" y="305"/>
                </a:lnTo>
                <a:lnTo>
                  <a:pt x="3283" y="305"/>
                </a:lnTo>
                <a:lnTo>
                  <a:pt x="3266" y="299"/>
                </a:lnTo>
                <a:lnTo>
                  <a:pt x="3266" y="299"/>
                </a:lnTo>
                <a:lnTo>
                  <a:pt x="3250" y="293"/>
                </a:lnTo>
                <a:lnTo>
                  <a:pt x="3250" y="293"/>
                </a:lnTo>
                <a:lnTo>
                  <a:pt x="3236" y="286"/>
                </a:lnTo>
                <a:lnTo>
                  <a:pt x="3235" y="286"/>
                </a:lnTo>
                <a:lnTo>
                  <a:pt x="3223" y="279"/>
                </a:lnTo>
                <a:lnTo>
                  <a:pt x="3223" y="278"/>
                </a:lnTo>
                <a:lnTo>
                  <a:pt x="3212" y="271"/>
                </a:lnTo>
                <a:lnTo>
                  <a:pt x="3211" y="271"/>
                </a:lnTo>
                <a:lnTo>
                  <a:pt x="3202" y="263"/>
                </a:lnTo>
                <a:lnTo>
                  <a:pt x="3201" y="263"/>
                </a:lnTo>
                <a:lnTo>
                  <a:pt x="3190" y="251"/>
                </a:lnTo>
                <a:lnTo>
                  <a:pt x="3190" y="251"/>
                </a:lnTo>
                <a:lnTo>
                  <a:pt x="3180" y="240"/>
                </a:lnTo>
                <a:lnTo>
                  <a:pt x="3180" y="239"/>
                </a:lnTo>
                <a:lnTo>
                  <a:pt x="3172" y="227"/>
                </a:lnTo>
                <a:lnTo>
                  <a:pt x="3171" y="227"/>
                </a:lnTo>
                <a:lnTo>
                  <a:pt x="3168" y="220"/>
                </a:lnTo>
                <a:lnTo>
                  <a:pt x="3168" y="220"/>
                </a:lnTo>
                <a:lnTo>
                  <a:pt x="3165" y="213"/>
                </a:lnTo>
                <a:lnTo>
                  <a:pt x="3164" y="213"/>
                </a:lnTo>
                <a:lnTo>
                  <a:pt x="3162" y="206"/>
                </a:lnTo>
                <a:lnTo>
                  <a:pt x="3161" y="206"/>
                </a:lnTo>
                <a:lnTo>
                  <a:pt x="3159" y="199"/>
                </a:lnTo>
                <a:lnTo>
                  <a:pt x="3159" y="199"/>
                </a:lnTo>
                <a:lnTo>
                  <a:pt x="3157" y="192"/>
                </a:lnTo>
                <a:lnTo>
                  <a:pt x="3157" y="191"/>
                </a:lnTo>
                <a:lnTo>
                  <a:pt x="3155" y="184"/>
                </a:lnTo>
                <a:lnTo>
                  <a:pt x="3155" y="184"/>
                </a:lnTo>
                <a:lnTo>
                  <a:pt x="3154" y="176"/>
                </a:lnTo>
                <a:lnTo>
                  <a:pt x="3154" y="176"/>
                </a:lnTo>
                <a:lnTo>
                  <a:pt x="3153" y="169"/>
                </a:lnTo>
                <a:lnTo>
                  <a:pt x="3153" y="168"/>
                </a:lnTo>
                <a:lnTo>
                  <a:pt x="3152" y="161"/>
                </a:lnTo>
                <a:lnTo>
                  <a:pt x="3152" y="160"/>
                </a:lnTo>
                <a:lnTo>
                  <a:pt x="3152" y="153"/>
                </a:lnTo>
                <a:lnTo>
                  <a:pt x="3152" y="152"/>
                </a:lnTo>
                <a:lnTo>
                  <a:pt x="3152" y="142"/>
                </a:lnTo>
                <a:lnTo>
                  <a:pt x="3152" y="142"/>
                </a:lnTo>
                <a:lnTo>
                  <a:pt x="3153" y="132"/>
                </a:lnTo>
                <a:lnTo>
                  <a:pt x="3153" y="131"/>
                </a:lnTo>
                <a:lnTo>
                  <a:pt x="3155" y="122"/>
                </a:lnTo>
                <a:lnTo>
                  <a:pt x="3155" y="121"/>
                </a:lnTo>
                <a:lnTo>
                  <a:pt x="3158" y="112"/>
                </a:lnTo>
                <a:lnTo>
                  <a:pt x="3158" y="111"/>
                </a:lnTo>
                <a:lnTo>
                  <a:pt x="3161" y="102"/>
                </a:lnTo>
                <a:lnTo>
                  <a:pt x="3161" y="102"/>
                </a:lnTo>
                <a:lnTo>
                  <a:pt x="3165" y="93"/>
                </a:lnTo>
                <a:lnTo>
                  <a:pt x="3165" y="93"/>
                </a:lnTo>
                <a:lnTo>
                  <a:pt x="3170" y="84"/>
                </a:lnTo>
                <a:lnTo>
                  <a:pt x="3170" y="83"/>
                </a:lnTo>
                <a:lnTo>
                  <a:pt x="3175" y="75"/>
                </a:lnTo>
                <a:lnTo>
                  <a:pt x="3176" y="74"/>
                </a:lnTo>
                <a:lnTo>
                  <a:pt x="3182" y="66"/>
                </a:lnTo>
                <a:lnTo>
                  <a:pt x="3182" y="65"/>
                </a:lnTo>
                <a:lnTo>
                  <a:pt x="3189" y="57"/>
                </a:lnTo>
                <a:lnTo>
                  <a:pt x="3189" y="57"/>
                </a:lnTo>
                <a:lnTo>
                  <a:pt x="3196" y="50"/>
                </a:lnTo>
                <a:lnTo>
                  <a:pt x="3196" y="49"/>
                </a:lnTo>
                <a:lnTo>
                  <a:pt x="3204" y="42"/>
                </a:lnTo>
                <a:lnTo>
                  <a:pt x="3205" y="42"/>
                </a:lnTo>
                <a:lnTo>
                  <a:pt x="3213" y="36"/>
                </a:lnTo>
                <a:lnTo>
                  <a:pt x="3213" y="35"/>
                </a:lnTo>
                <a:lnTo>
                  <a:pt x="3223" y="30"/>
                </a:lnTo>
                <a:lnTo>
                  <a:pt x="3223" y="29"/>
                </a:lnTo>
                <a:lnTo>
                  <a:pt x="3233" y="24"/>
                </a:lnTo>
                <a:lnTo>
                  <a:pt x="3233" y="24"/>
                </a:lnTo>
                <a:lnTo>
                  <a:pt x="3243" y="19"/>
                </a:lnTo>
                <a:lnTo>
                  <a:pt x="3244" y="19"/>
                </a:lnTo>
                <a:lnTo>
                  <a:pt x="3254" y="15"/>
                </a:lnTo>
                <a:lnTo>
                  <a:pt x="3255" y="14"/>
                </a:lnTo>
                <a:lnTo>
                  <a:pt x="3266" y="11"/>
                </a:lnTo>
                <a:lnTo>
                  <a:pt x="3267" y="11"/>
                </a:lnTo>
                <a:lnTo>
                  <a:pt x="3279" y="7"/>
                </a:lnTo>
                <a:lnTo>
                  <a:pt x="3279" y="7"/>
                </a:lnTo>
                <a:lnTo>
                  <a:pt x="3292" y="5"/>
                </a:lnTo>
                <a:lnTo>
                  <a:pt x="3292" y="5"/>
                </a:lnTo>
                <a:lnTo>
                  <a:pt x="3305" y="3"/>
                </a:lnTo>
                <a:lnTo>
                  <a:pt x="3305" y="3"/>
                </a:lnTo>
                <a:lnTo>
                  <a:pt x="3319" y="1"/>
                </a:lnTo>
                <a:lnTo>
                  <a:pt x="3319" y="1"/>
                </a:lnTo>
                <a:lnTo>
                  <a:pt x="3334" y="0"/>
                </a:lnTo>
                <a:lnTo>
                  <a:pt x="3334" y="0"/>
                </a:lnTo>
                <a:lnTo>
                  <a:pt x="3349" y="0"/>
                </a:lnTo>
                <a:lnTo>
                  <a:pt x="3349" y="0"/>
                </a:lnTo>
                <a:lnTo>
                  <a:pt x="3361" y="0"/>
                </a:lnTo>
                <a:lnTo>
                  <a:pt x="3361" y="0"/>
                </a:lnTo>
                <a:lnTo>
                  <a:pt x="3373" y="1"/>
                </a:lnTo>
                <a:lnTo>
                  <a:pt x="3373" y="1"/>
                </a:lnTo>
                <a:lnTo>
                  <a:pt x="3384" y="2"/>
                </a:lnTo>
                <a:lnTo>
                  <a:pt x="3384" y="2"/>
                </a:lnTo>
                <a:lnTo>
                  <a:pt x="3395" y="3"/>
                </a:lnTo>
                <a:lnTo>
                  <a:pt x="3396" y="3"/>
                </a:lnTo>
                <a:lnTo>
                  <a:pt x="3406" y="4"/>
                </a:lnTo>
                <a:lnTo>
                  <a:pt x="3406" y="4"/>
                </a:lnTo>
                <a:lnTo>
                  <a:pt x="3417" y="6"/>
                </a:lnTo>
                <a:lnTo>
                  <a:pt x="3417" y="6"/>
                </a:lnTo>
                <a:lnTo>
                  <a:pt x="3427" y="8"/>
                </a:lnTo>
                <a:lnTo>
                  <a:pt x="3427" y="8"/>
                </a:lnTo>
                <a:lnTo>
                  <a:pt x="3436" y="11"/>
                </a:lnTo>
                <a:lnTo>
                  <a:pt x="3437" y="11"/>
                </a:lnTo>
                <a:lnTo>
                  <a:pt x="3446" y="14"/>
                </a:lnTo>
                <a:lnTo>
                  <a:pt x="3446" y="14"/>
                </a:lnTo>
                <a:lnTo>
                  <a:pt x="3455" y="17"/>
                </a:lnTo>
                <a:lnTo>
                  <a:pt x="3455" y="17"/>
                </a:lnTo>
                <a:lnTo>
                  <a:pt x="3463" y="21"/>
                </a:lnTo>
                <a:lnTo>
                  <a:pt x="3464" y="21"/>
                </a:lnTo>
                <a:lnTo>
                  <a:pt x="3472" y="25"/>
                </a:lnTo>
                <a:lnTo>
                  <a:pt x="3472" y="25"/>
                </a:lnTo>
                <a:lnTo>
                  <a:pt x="3479" y="29"/>
                </a:lnTo>
                <a:lnTo>
                  <a:pt x="3480" y="29"/>
                </a:lnTo>
                <a:lnTo>
                  <a:pt x="3487" y="34"/>
                </a:lnTo>
                <a:lnTo>
                  <a:pt x="3487" y="34"/>
                </a:lnTo>
                <a:lnTo>
                  <a:pt x="3494" y="39"/>
                </a:lnTo>
                <a:lnTo>
                  <a:pt x="3494" y="39"/>
                </a:lnTo>
                <a:lnTo>
                  <a:pt x="3501" y="45"/>
                </a:lnTo>
                <a:lnTo>
                  <a:pt x="3501" y="45"/>
                </a:lnTo>
                <a:lnTo>
                  <a:pt x="3507" y="50"/>
                </a:lnTo>
                <a:lnTo>
                  <a:pt x="3507" y="50"/>
                </a:lnTo>
                <a:lnTo>
                  <a:pt x="3513" y="56"/>
                </a:lnTo>
                <a:lnTo>
                  <a:pt x="3513" y="56"/>
                </a:lnTo>
                <a:lnTo>
                  <a:pt x="3518" y="62"/>
                </a:lnTo>
                <a:lnTo>
                  <a:pt x="3519" y="63"/>
                </a:lnTo>
                <a:lnTo>
                  <a:pt x="3523" y="69"/>
                </a:lnTo>
                <a:lnTo>
                  <a:pt x="3524" y="69"/>
                </a:lnTo>
                <a:lnTo>
                  <a:pt x="3528" y="76"/>
                </a:lnTo>
                <a:lnTo>
                  <a:pt x="3528" y="76"/>
                </a:lnTo>
                <a:lnTo>
                  <a:pt x="3532" y="83"/>
                </a:lnTo>
                <a:lnTo>
                  <a:pt x="3533" y="83"/>
                </a:lnTo>
                <a:lnTo>
                  <a:pt x="3536" y="90"/>
                </a:lnTo>
                <a:lnTo>
                  <a:pt x="3537" y="90"/>
                </a:lnTo>
                <a:lnTo>
                  <a:pt x="3540" y="98"/>
                </a:lnTo>
                <a:lnTo>
                  <a:pt x="3540" y="98"/>
                </a:lnTo>
                <a:lnTo>
                  <a:pt x="3543" y="105"/>
                </a:lnTo>
                <a:lnTo>
                  <a:pt x="3543" y="105"/>
                </a:lnTo>
                <a:lnTo>
                  <a:pt x="3546" y="113"/>
                </a:lnTo>
                <a:lnTo>
                  <a:pt x="3546" y="113"/>
                </a:lnTo>
                <a:lnTo>
                  <a:pt x="3549" y="121"/>
                </a:lnTo>
                <a:lnTo>
                  <a:pt x="3549" y="122"/>
                </a:lnTo>
                <a:lnTo>
                  <a:pt x="3551" y="130"/>
                </a:lnTo>
                <a:lnTo>
                  <a:pt x="3551" y="130"/>
                </a:lnTo>
                <a:lnTo>
                  <a:pt x="3552" y="138"/>
                </a:lnTo>
                <a:lnTo>
                  <a:pt x="3552" y="138"/>
                </a:lnTo>
                <a:lnTo>
                  <a:pt x="3554" y="147"/>
                </a:lnTo>
                <a:lnTo>
                  <a:pt x="3554" y="147"/>
                </a:lnTo>
                <a:lnTo>
                  <a:pt x="3555" y="156"/>
                </a:lnTo>
                <a:lnTo>
                  <a:pt x="3555" y="156"/>
                </a:lnTo>
                <a:lnTo>
                  <a:pt x="3555" y="165"/>
                </a:lnTo>
                <a:lnTo>
                  <a:pt x="3555" y="167"/>
                </a:lnTo>
                <a:lnTo>
                  <a:pt x="3554" y="169"/>
                </a:lnTo>
                <a:lnTo>
                  <a:pt x="3553" y="170"/>
                </a:lnTo>
                <a:lnTo>
                  <a:pt x="3551" y="171"/>
                </a:lnTo>
                <a:lnTo>
                  <a:pt x="3549" y="171"/>
                </a:lnTo>
                <a:lnTo>
                  <a:pt x="3443" y="175"/>
                </a:lnTo>
                <a:lnTo>
                  <a:pt x="3441" y="175"/>
                </a:lnTo>
                <a:lnTo>
                  <a:pt x="3439" y="174"/>
                </a:lnTo>
                <a:lnTo>
                  <a:pt x="3438" y="173"/>
                </a:lnTo>
                <a:lnTo>
                  <a:pt x="3437" y="171"/>
                </a:lnTo>
                <a:lnTo>
                  <a:pt x="3436" y="161"/>
                </a:lnTo>
                <a:lnTo>
                  <a:pt x="3436" y="161"/>
                </a:lnTo>
                <a:lnTo>
                  <a:pt x="3433" y="152"/>
                </a:lnTo>
                <a:lnTo>
                  <a:pt x="3433" y="153"/>
                </a:lnTo>
                <a:lnTo>
                  <a:pt x="3431" y="144"/>
                </a:lnTo>
                <a:lnTo>
                  <a:pt x="3431" y="145"/>
                </a:lnTo>
                <a:lnTo>
                  <a:pt x="3427" y="137"/>
                </a:lnTo>
                <a:lnTo>
                  <a:pt x="3428" y="138"/>
                </a:lnTo>
                <a:lnTo>
                  <a:pt x="3424" y="131"/>
                </a:lnTo>
                <a:lnTo>
                  <a:pt x="3424" y="131"/>
                </a:lnTo>
                <a:lnTo>
                  <a:pt x="3420" y="125"/>
                </a:lnTo>
                <a:lnTo>
                  <a:pt x="3420" y="126"/>
                </a:lnTo>
                <a:lnTo>
                  <a:pt x="3415" y="120"/>
                </a:lnTo>
                <a:lnTo>
                  <a:pt x="3416" y="120"/>
                </a:lnTo>
                <a:lnTo>
                  <a:pt x="3410" y="116"/>
                </a:lnTo>
                <a:lnTo>
                  <a:pt x="3411" y="116"/>
                </a:lnTo>
                <a:lnTo>
                  <a:pt x="3405" y="112"/>
                </a:lnTo>
                <a:lnTo>
                  <a:pt x="3406" y="112"/>
                </a:lnTo>
                <a:lnTo>
                  <a:pt x="3399" y="109"/>
                </a:lnTo>
                <a:lnTo>
                  <a:pt x="3400" y="109"/>
                </a:lnTo>
                <a:lnTo>
                  <a:pt x="3393" y="106"/>
                </a:lnTo>
                <a:lnTo>
                  <a:pt x="3393" y="106"/>
                </a:lnTo>
                <a:lnTo>
                  <a:pt x="3385" y="104"/>
                </a:lnTo>
                <a:lnTo>
                  <a:pt x="3386" y="104"/>
                </a:lnTo>
                <a:lnTo>
                  <a:pt x="3377" y="102"/>
                </a:lnTo>
                <a:lnTo>
                  <a:pt x="3377" y="102"/>
                </a:lnTo>
                <a:lnTo>
                  <a:pt x="3368" y="101"/>
                </a:lnTo>
                <a:lnTo>
                  <a:pt x="3368" y="101"/>
                </a:lnTo>
                <a:lnTo>
                  <a:pt x="3358" y="100"/>
                </a:lnTo>
                <a:lnTo>
                  <a:pt x="3359" y="100"/>
                </a:lnTo>
                <a:lnTo>
                  <a:pt x="3348" y="99"/>
                </a:lnTo>
                <a:lnTo>
                  <a:pt x="3348" y="99"/>
                </a:lnTo>
                <a:lnTo>
                  <a:pt x="3337" y="100"/>
                </a:lnTo>
                <a:lnTo>
                  <a:pt x="3337" y="100"/>
                </a:lnTo>
                <a:lnTo>
                  <a:pt x="3327" y="101"/>
                </a:lnTo>
                <a:lnTo>
                  <a:pt x="3327" y="101"/>
                </a:lnTo>
                <a:lnTo>
                  <a:pt x="3317" y="102"/>
                </a:lnTo>
                <a:lnTo>
                  <a:pt x="3318" y="102"/>
                </a:lnTo>
                <a:lnTo>
                  <a:pt x="3308" y="104"/>
                </a:lnTo>
                <a:lnTo>
                  <a:pt x="3309" y="104"/>
                </a:lnTo>
                <a:lnTo>
                  <a:pt x="3300" y="107"/>
                </a:lnTo>
                <a:lnTo>
                  <a:pt x="3300" y="107"/>
                </a:lnTo>
                <a:lnTo>
                  <a:pt x="3292" y="110"/>
                </a:lnTo>
                <a:lnTo>
                  <a:pt x="3293" y="110"/>
                </a:lnTo>
                <a:lnTo>
                  <a:pt x="3286" y="113"/>
                </a:lnTo>
                <a:lnTo>
                  <a:pt x="3286" y="113"/>
                </a:lnTo>
                <a:lnTo>
                  <a:pt x="3279" y="118"/>
                </a:lnTo>
                <a:lnTo>
                  <a:pt x="3280" y="117"/>
                </a:lnTo>
                <a:lnTo>
                  <a:pt x="3276" y="120"/>
                </a:lnTo>
                <a:lnTo>
                  <a:pt x="3276" y="120"/>
                </a:lnTo>
                <a:lnTo>
                  <a:pt x="3273" y="123"/>
                </a:lnTo>
                <a:lnTo>
                  <a:pt x="3273" y="123"/>
                </a:lnTo>
                <a:lnTo>
                  <a:pt x="3270" y="127"/>
                </a:lnTo>
                <a:lnTo>
                  <a:pt x="3271" y="126"/>
                </a:lnTo>
                <a:lnTo>
                  <a:pt x="3268" y="130"/>
                </a:lnTo>
                <a:lnTo>
                  <a:pt x="3269" y="129"/>
                </a:lnTo>
                <a:lnTo>
                  <a:pt x="3267" y="134"/>
                </a:lnTo>
                <a:lnTo>
                  <a:pt x="3267" y="133"/>
                </a:lnTo>
                <a:lnTo>
                  <a:pt x="3266" y="137"/>
                </a:lnTo>
                <a:lnTo>
                  <a:pt x="3266" y="137"/>
                </a:lnTo>
                <a:lnTo>
                  <a:pt x="3265" y="141"/>
                </a:lnTo>
                <a:lnTo>
                  <a:pt x="3265" y="141"/>
                </a:lnTo>
                <a:lnTo>
                  <a:pt x="3265" y="146"/>
                </a:lnTo>
                <a:lnTo>
                  <a:pt x="3265" y="145"/>
                </a:lnTo>
                <a:lnTo>
                  <a:pt x="3265" y="150"/>
                </a:lnTo>
                <a:lnTo>
                  <a:pt x="3265" y="149"/>
                </a:lnTo>
                <a:lnTo>
                  <a:pt x="3266" y="154"/>
                </a:lnTo>
                <a:lnTo>
                  <a:pt x="3266" y="153"/>
                </a:lnTo>
                <a:lnTo>
                  <a:pt x="3267" y="157"/>
                </a:lnTo>
                <a:lnTo>
                  <a:pt x="3267" y="157"/>
                </a:lnTo>
                <a:lnTo>
                  <a:pt x="3268" y="161"/>
                </a:lnTo>
                <a:lnTo>
                  <a:pt x="3268" y="160"/>
                </a:lnTo>
                <a:lnTo>
                  <a:pt x="3270" y="164"/>
                </a:lnTo>
                <a:lnTo>
                  <a:pt x="3270" y="163"/>
                </a:lnTo>
                <a:lnTo>
                  <a:pt x="3273" y="167"/>
                </a:lnTo>
                <a:lnTo>
                  <a:pt x="3272" y="167"/>
                </a:lnTo>
                <a:lnTo>
                  <a:pt x="3276" y="170"/>
                </a:lnTo>
                <a:lnTo>
                  <a:pt x="3275" y="170"/>
                </a:lnTo>
                <a:lnTo>
                  <a:pt x="3279" y="173"/>
                </a:lnTo>
                <a:lnTo>
                  <a:pt x="3278" y="173"/>
                </a:lnTo>
                <a:lnTo>
                  <a:pt x="3284" y="177"/>
                </a:lnTo>
                <a:lnTo>
                  <a:pt x="3284" y="177"/>
                </a:lnTo>
                <a:lnTo>
                  <a:pt x="3291" y="181"/>
                </a:lnTo>
                <a:lnTo>
                  <a:pt x="3291" y="181"/>
                </a:lnTo>
                <a:lnTo>
                  <a:pt x="3300" y="185"/>
                </a:lnTo>
                <a:lnTo>
                  <a:pt x="3300" y="185"/>
                </a:lnTo>
                <a:lnTo>
                  <a:pt x="3311" y="189"/>
                </a:lnTo>
                <a:lnTo>
                  <a:pt x="3311" y="189"/>
                </a:lnTo>
                <a:lnTo>
                  <a:pt x="3324" y="194"/>
                </a:lnTo>
                <a:lnTo>
                  <a:pt x="3324" y="194"/>
                </a:lnTo>
                <a:lnTo>
                  <a:pt x="3339" y="198"/>
                </a:lnTo>
                <a:lnTo>
                  <a:pt x="3339" y="198"/>
                </a:lnTo>
                <a:lnTo>
                  <a:pt x="3355" y="203"/>
                </a:lnTo>
                <a:lnTo>
                  <a:pt x="3355" y="203"/>
                </a:lnTo>
                <a:lnTo>
                  <a:pt x="3373" y="207"/>
                </a:lnTo>
                <a:lnTo>
                  <a:pt x="3409" y="217"/>
                </a:lnTo>
                <a:lnTo>
                  <a:pt x="3410" y="217"/>
                </a:lnTo>
                <a:lnTo>
                  <a:pt x="3426" y="221"/>
                </a:lnTo>
                <a:lnTo>
                  <a:pt x="3426" y="221"/>
                </a:lnTo>
                <a:lnTo>
                  <a:pt x="3441" y="226"/>
                </a:lnTo>
                <a:lnTo>
                  <a:pt x="3441" y="226"/>
                </a:lnTo>
                <a:lnTo>
                  <a:pt x="3454" y="231"/>
                </a:lnTo>
                <a:lnTo>
                  <a:pt x="3455" y="231"/>
                </a:lnTo>
                <a:lnTo>
                  <a:pt x="3467" y="236"/>
                </a:lnTo>
                <a:lnTo>
                  <a:pt x="3467" y="236"/>
                </a:lnTo>
                <a:lnTo>
                  <a:pt x="3478" y="241"/>
                </a:lnTo>
                <a:lnTo>
                  <a:pt x="3478" y="241"/>
                </a:lnTo>
                <a:lnTo>
                  <a:pt x="3488" y="246"/>
                </a:lnTo>
                <a:lnTo>
                  <a:pt x="3489" y="246"/>
                </a:lnTo>
                <a:lnTo>
                  <a:pt x="3498" y="251"/>
                </a:lnTo>
                <a:lnTo>
                  <a:pt x="3498" y="251"/>
                </a:lnTo>
                <a:lnTo>
                  <a:pt x="3506" y="257"/>
                </a:lnTo>
                <a:lnTo>
                  <a:pt x="3507" y="257"/>
                </a:lnTo>
                <a:lnTo>
                  <a:pt x="3515" y="263"/>
                </a:lnTo>
                <a:lnTo>
                  <a:pt x="3515" y="263"/>
                </a:lnTo>
                <a:lnTo>
                  <a:pt x="3522" y="270"/>
                </a:lnTo>
                <a:lnTo>
                  <a:pt x="3523" y="270"/>
                </a:lnTo>
                <a:lnTo>
                  <a:pt x="3530" y="277"/>
                </a:lnTo>
                <a:lnTo>
                  <a:pt x="3530" y="277"/>
                </a:lnTo>
                <a:lnTo>
                  <a:pt x="3536" y="285"/>
                </a:lnTo>
                <a:lnTo>
                  <a:pt x="3537" y="285"/>
                </a:lnTo>
                <a:lnTo>
                  <a:pt x="3543" y="293"/>
                </a:lnTo>
                <a:lnTo>
                  <a:pt x="3543" y="293"/>
                </a:lnTo>
                <a:lnTo>
                  <a:pt x="3548" y="301"/>
                </a:lnTo>
                <a:lnTo>
                  <a:pt x="3548" y="302"/>
                </a:lnTo>
                <a:lnTo>
                  <a:pt x="3553" y="310"/>
                </a:lnTo>
                <a:lnTo>
                  <a:pt x="3553" y="311"/>
                </a:lnTo>
                <a:lnTo>
                  <a:pt x="3558" y="320"/>
                </a:lnTo>
                <a:lnTo>
                  <a:pt x="3558" y="320"/>
                </a:lnTo>
                <a:lnTo>
                  <a:pt x="3561" y="330"/>
                </a:lnTo>
                <a:lnTo>
                  <a:pt x="3562" y="331"/>
                </a:lnTo>
                <a:lnTo>
                  <a:pt x="3565" y="341"/>
                </a:lnTo>
                <a:lnTo>
                  <a:pt x="3565" y="341"/>
                </a:lnTo>
                <a:lnTo>
                  <a:pt x="3567" y="352"/>
                </a:lnTo>
                <a:lnTo>
                  <a:pt x="3567" y="352"/>
                </a:lnTo>
                <a:lnTo>
                  <a:pt x="3569" y="364"/>
                </a:lnTo>
                <a:lnTo>
                  <a:pt x="3569" y="364"/>
                </a:lnTo>
                <a:lnTo>
                  <a:pt x="3570" y="376"/>
                </a:lnTo>
                <a:lnTo>
                  <a:pt x="3570" y="376"/>
                </a:lnTo>
                <a:lnTo>
                  <a:pt x="3570" y="388"/>
                </a:lnTo>
                <a:lnTo>
                  <a:pt x="3570" y="389"/>
                </a:lnTo>
                <a:lnTo>
                  <a:pt x="3570" y="400"/>
                </a:lnTo>
                <a:lnTo>
                  <a:pt x="3570" y="400"/>
                </a:lnTo>
                <a:lnTo>
                  <a:pt x="3568" y="411"/>
                </a:lnTo>
                <a:lnTo>
                  <a:pt x="3568" y="412"/>
                </a:lnTo>
                <a:lnTo>
                  <a:pt x="3566" y="423"/>
                </a:lnTo>
                <a:lnTo>
                  <a:pt x="3566" y="423"/>
                </a:lnTo>
                <a:lnTo>
                  <a:pt x="3564" y="434"/>
                </a:lnTo>
                <a:lnTo>
                  <a:pt x="3563" y="434"/>
                </a:lnTo>
                <a:lnTo>
                  <a:pt x="3560" y="445"/>
                </a:lnTo>
                <a:lnTo>
                  <a:pt x="3560" y="445"/>
                </a:lnTo>
                <a:lnTo>
                  <a:pt x="3555" y="456"/>
                </a:lnTo>
                <a:lnTo>
                  <a:pt x="3555" y="456"/>
                </a:lnTo>
                <a:lnTo>
                  <a:pt x="3550" y="466"/>
                </a:lnTo>
                <a:lnTo>
                  <a:pt x="3550" y="466"/>
                </a:lnTo>
                <a:lnTo>
                  <a:pt x="3544" y="476"/>
                </a:lnTo>
                <a:lnTo>
                  <a:pt x="3544" y="477"/>
                </a:lnTo>
                <a:lnTo>
                  <a:pt x="3537" y="486"/>
                </a:lnTo>
                <a:lnTo>
                  <a:pt x="3537" y="487"/>
                </a:lnTo>
                <a:lnTo>
                  <a:pt x="3530" y="496"/>
                </a:lnTo>
                <a:lnTo>
                  <a:pt x="3530" y="496"/>
                </a:lnTo>
                <a:lnTo>
                  <a:pt x="3522" y="504"/>
                </a:lnTo>
                <a:lnTo>
                  <a:pt x="3521" y="504"/>
                </a:lnTo>
                <a:lnTo>
                  <a:pt x="3513" y="512"/>
                </a:lnTo>
                <a:lnTo>
                  <a:pt x="3513" y="512"/>
                </a:lnTo>
                <a:lnTo>
                  <a:pt x="3503" y="519"/>
                </a:lnTo>
                <a:lnTo>
                  <a:pt x="3503" y="520"/>
                </a:lnTo>
                <a:lnTo>
                  <a:pt x="3493" y="526"/>
                </a:lnTo>
                <a:lnTo>
                  <a:pt x="3493" y="526"/>
                </a:lnTo>
                <a:lnTo>
                  <a:pt x="3482" y="532"/>
                </a:lnTo>
                <a:lnTo>
                  <a:pt x="3482" y="532"/>
                </a:lnTo>
                <a:lnTo>
                  <a:pt x="3471" y="537"/>
                </a:lnTo>
                <a:lnTo>
                  <a:pt x="3471" y="537"/>
                </a:lnTo>
                <a:lnTo>
                  <a:pt x="3459" y="542"/>
                </a:lnTo>
                <a:lnTo>
                  <a:pt x="3458" y="542"/>
                </a:lnTo>
                <a:lnTo>
                  <a:pt x="3446" y="546"/>
                </a:lnTo>
                <a:lnTo>
                  <a:pt x="3446" y="546"/>
                </a:lnTo>
                <a:lnTo>
                  <a:pt x="3433" y="550"/>
                </a:lnTo>
                <a:lnTo>
                  <a:pt x="3432" y="550"/>
                </a:lnTo>
                <a:lnTo>
                  <a:pt x="3418" y="552"/>
                </a:lnTo>
                <a:lnTo>
                  <a:pt x="3418" y="552"/>
                </a:lnTo>
                <a:lnTo>
                  <a:pt x="3403" y="554"/>
                </a:lnTo>
                <a:lnTo>
                  <a:pt x="3403" y="554"/>
                </a:lnTo>
                <a:lnTo>
                  <a:pt x="3388" y="556"/>
                </a:lnTo>
                <a:lnTo>
                  <a:pt x="3387" y="556"/>
                </a:lnTo>
                <a:lnTo>
                  <a:pt x="3371" y="557"/>
                </a:lnTo>
                <a:lnTo>
                  <a:pt x="3371" y="557"/>
                </a:lnTo>
                <a:lnTo>
                  <a:pt x="3354" y="557"/>
                </a:lnTo>
                <a:lnTo>
                  <a:pt x="3354" y="557"/>
                </a:lnTo>
                <a:lnTo>
                  <a:pt x="3342" y="557"/>
                </a:lnTo>
                <a:lnTo>
                  <a:pt x="3342" y="557"/>
                </a:lnTo>
                <a:lnTo>
                  <a:pt x="3330" y="556"/>
                </a:lnTo>
                <a:lnTo>
                  <a:pt x="3330" y="556"/>
                </a:lnTo>
                <a:lnTo>
                  <a:pt x="3318" y="555"/>
                </a:lnTo>
                <a:lnTo>
                  <a:pt x="3318" y="555"/>
                </a:lnTo>
                <a:lnTo>
                  <a:pt x="3307" y="554"/>
                </a:lnTo>
                <a:lnTo>
                  <a:pt x="3307" y="554"/>
                </a:lnTo>
                <a:lnTo>
                  <a:pt x="3296" y="553"/>
                </a:lnTo>
                <a:lnTo>
                  <a:pt x="3296" y="553"/>
                </a:lnTo>
                <a:lnTo>
                  <a:pt x="3285" y="551"/>
                </a:lnTo>
                <a:lnTo>
                  <a:pt x="3285" y="551"/>
                </a:lnTo>
                <a:lnTo>
                  <a:pt x="3275" y="548"/>
                </a:lnTo>
                <a:lnTo>
                  <a:pt x="3274" y="548"/>
                </a:lnTo>
                <a:lnTo>
                  <a:pt x="3265" y="545"/>
                </a:lnTo>
                <a:lnTo>
                  <a:pt x="3264" y="545"/>
                </a:lnTo>
                <a:lnTo>
                  <a:pt x="3255" y="542"/>
                </a:lnTo>
                <a:lnTo>
                  <a:pt x="3255" y="542"/>
                </a:lnTo>
                <a:lnTo>
                  <a:pt x="3246" y="539"/>
                </a:lnTo>
                <a:lnTo>
                  <a:pt x="3245" y="539"/>
                </a:lnTo>
                <a:lnTo>
                  <a:pt x="3237" y="535"/>
                </a:lnTo>
                <a:lnTo>
                  <a:pt x="3236" y="535"/>
                </a:lnTo>
                <a:lnTo>
                  <a:pt x="3228" y="531"/>
                </a:lnTo>
                <a:lnTo>
                  <a:pt x="3228" y="530"/>
                </a:lnTo>
                <a:lnTo>
                  <a:pt x="3220" y="526"/>
                </a:lnTo>
                <a:lnTo>
                  <a:pt x="3220" y="526"/>
                </a:lnTo>
                <a:lnTo>
                  <a:pt x="3212" y="521"/>
                </a:lnTo>
                <a:lnTo>
                  <a:pt x="3212" y="521"/>
                </a:lnTo>
                <a:lnTo>
                  <a:pt x="3205" y="516"/>
                </a:lnTo>
                <a:lnTo>
                  <a:pt x="3204" y="515"/>
                </a:lnTo>
                <a:lnTo>
                  <a:pt x="3197" y="510"/>
                </a:lnTo>
                <a:lnTo>
                  <a:pt x="3197" y="510"/>
                </a:lnTo>
                <a:lnTo>
                  <a:pt x="3191" y="504"/>
                </a:lnTo>
                <a:lnTo>
                  <a:pt x="3191" y="504"/>
                </a:lnTo>
                <a:lnTo>
                  <a:pt x="3184" y="497"/>
                </a:lnTo>
                <a:lnTo>
                  <a:pt x="3184" y="497"/>
                </a:lnTo>
                <a:lnTo>
                  <a:pt x="3178" y="491"/>
                </a:lnTo>
                <a:lnTo>
                  <a:pt x="3178" y="490"/>
                </a:lnTo>
                <a:lnTo>
                  <a:pt x="3173" y="483"/>
                </a:lnTo>
                <a:lnTo>
                  <a:pt x="3173" y="483"/>
                </a:lnTo>
                <a:lnTo>
                  <a:pt x="3167" y="476"/>
                </a:lnTo>
                <a:lnTo>
                  <a:pt x="3167" y="476"/>
                </a:lnTo>
                <a:lnTo>
                  <a:pt x="3162" y="468"/>
                </a:lnTo>
                <a:lnTo>
                  <a:pt x="3162" y="468"/>
                </a:lnTo>
                <a:lnTo>
                  <a:pt x="3158" y="460"/>
                </a:lnTo>
                <a:lnTo>
                  <a:pt x="3158" y="459"/>
                </a:lnTo>
                <a:lnTo>
                  <a:pt x="3153" y="451"/>
                </a:lnTo>
                <a:lnTo>
                  <a:pt x="3153" y="451"/>
                </a:lnTo>
                <a:lnTo>
                  <a:pt x="3150" y="442"/>
                </a:lnTo>
                <a:lnTo>
                  <a:pt x="3149" y="442"/>
                </a:lnTo>
                <a:lnTo>
                  <a:pt x="3146" y="433"/>
                </a:lnTo>
                <a:lnTo>
                  <a:pt x="3146" y="433"/>
                </a:lnTo>
                <a:lnTo>
                  <a:pt x="3143" y="423"/>
                </a:lnTo>
                <a:lnTo>
                  <a:pt x="3143" y="423"/>
                </a:lnTo>
                <a:lnTo>
                  <a:pt x="3140" y="414"/>
                </a:lnTo>
                <a:lnTo>
                  <a:pt x="3140" y="413"/>
                </a:lnTo>
                <a:lnTo>
                  <a:pt x="3137" y="403"/>
                </a:lnTo>
                <a:lnTo>
                  <a:pt x="3137" y="403"/>
                </a:lnTo>
                <a:lnTo>
                  <a:pt x="3135" y="393"/>
                </a:lnTo>
                <a:lnTo>
                  <a:pt x="3135" y="393"/>
                </a:lnTo>
                <a:lnTo>
                  <a:pt x="3134" y="382"/>
                </a:lnTo>
                <a:lnTo>
                  <a:pt x="3134" y="382"/>
                </a:lnTo>
                <a:lnTo>
                  <a:pt x="3132" y="371"/>
                </a:lnTo>
                <a:lnTo>
                  <a:pt x="3132" y="369"/>
                </a:lnTo>
                <a:lnTo>
                  <a:pt x="3133" y="368"/>
                </a:lnTo>
                <a:lnTo>
                  <a:pt x="3134" y="366"/>
                </a:lnTo>
                <a:lnTo>
                  <a:pt x="3135" y="365"/>
                </a:lnTo>
                <a:lnTo>
                  <a:pt x="3137" y="365"/>
                </a:lnTo>
                <a:lnTo>
                  <a:pt x="3241" y="355"/>
                </a:lnTo>
                <a:close/>
                <a:moveTo>
                  <a:pt x="3138" y="377"/>
                </a:moveTo>
                <a:lnTo>
                  <a:pt x="3143" y="370"/>
                </a:lnTo>
                <a:lnTo>
                  <a:pt x="3145" y="381"/>
                </a:lnTo>
                <a:lnTo>
                  <a:pt x="3145" y="381"/>
                </a:lnTo>
                <a:lnTo>
                  <a:pt x="3147" y="391"/>
                </a:lnTo>
                <a:lnTo>
                  <a:pt x="3147" y="391"/>
                </a:lnTo>
                <a:lnTo>
                  <a:pt x="3149" y="401"/>
                </a:lnTo>
                <a:lnTo>
                  <a:pt x="3149" y="401"/>
                </a:lnTo>
                <a:lnTo>
                  <a:pt x="3151" y="411"/>
                </a:lnTo>
                <a:lnTo>
                  <a:pt x="3151" y="411"/>
                </a:lnTo>
                <a:lnTo>
                  <a:pt x="3154" y="420"/>
                </a:lnTo>
                <a:lnTo>
                  <a:pt x="3154" y="420"/>
                </a:lnTo>
                <a:lnTo>
                  <a:pt x="3157" y="429"/>
                </a:lnTo>
                <a:lnTo>
                  <a:pt x="3157" y="429"/>
                </a:lnTo>
                <a:lnTo>
                  <a:pt x="3161" y="438"/>
                </a:lnTo>
                <a:lnTo>
                  <a:pt x="3160" y="438"/>
                </a:lnTo>
                <a:lnTo>
                  <a:pt x="3164" y="446"/>
                </a:lnTo>
                <a:lnTo>
                  <a:pt x="3164" y="446"/>
                </a:lnTo>
                <a:lnTo>
                  <a:pt x="3168" y="454"/>
                </a:lnTo>
                <a:lnTo>
                  <a:pt x="3168" y="454"/>
                </a:lnTo>
                <a:lnTo>
                  <a:pt x="3173" y="462"/>
                </a:lnTo>
                <a:lnTo>
                  <a:pt x="3172" y="462"/>
                </a:lnTo>
                <a:lnTo>
                  <a:pt x="3177" y="469"/>
                </a:lnTo>
                <a:lnTo>
                  <a:pt x="3177" y="469"/>
                </a:lnTo>
                <a:lnTo>
                  <a:pt x="3182" y="476"/>
                </a:lnTo>
                <a:lnTo>
                  <a:pt x="3182" y="476"/>
                </a:lnTo>
                <a:lnTo>
                  <a:pt x="3188" y="483"/>
                </a:lnTo>
                <a:lnTo>
                  <a:pt x="3187" y="482"/>
                </a:lnTo>
                <a:lnTo>
                  <a:pt x="3193" y="489"/>
                </a:lnTo>
                <a:lnTo>
                  <a:pt x="3193" y="489"/>
                </a:lnTo>
                <a:lnTo>
                  <a:pt x="3199" y="495"/>
                </a:lnTo>
                <a:lnTo>
                  <a:pt x="3199" y="495"/>
                </a:lnTo>
                <a:lnTo>
                  <a:pt x="3206" y="501"/>
                </a:lnTo>
                <a:lnTo>
                  <a:pt x="3205" y="501"/>
                </a:lnTo>
                <a:lnTo>
                  <a:pt x="3212" y="506"/>
                </a:lnTo>
                <a:lnTo>
                  <a:pt x="3212" y="506"/>
                </a:lnTo>
                <a:lnTo>
                  <a:pt x="3219" y="512"/>
                </a:lnTo>
                <a:lnTo>
                  <a:pt x="3219" y="511"/>
                </a:lnTo>
                <a:lnTo>
                  <a:pt x="3226" y="516"/>
                </a:lnTo>
                <a:lnTo>
                  <a:pt x="3226" y="516"/>
                </a:lnTo>
                <a:lnTo>
                  <a:pt x="3234" y="521"/>
                </a:lnTo>
                <a:lnTo>
                  <a:pt x="3234" y="520"/>
                </a:lnTo>
                <a:lnTo>
                  <a:pt x="3242" y="525"/>
                </a:lnTo>
                <a:lnTo>
                  <a:pt x="3242" y="524"/>
                </a:lnTo>
                <a:lnTo>
                  <a:pt x="3250" y="528"/>
                </a:lnTo>
                <a:lnTo>
                  <a:pt x="3250" y="528"/>
                </a:lnTo>
                <a:lnTo>
                  <a:pt x="3259" y="531"/>
                </a:lnTo>
                <a:lnTo>
                  <a:pt x="3259" y="531"/>
                </a:lnTo>
                <a:lnTo>
                  <a:pt x="3268" y="534"/>
                </a:lnTo>
                <a:lnTo>
                  <a:pt x="3268" y="534"/>
                </a:lnTo>
                <a:lnTo>
                  <a:pt x="3277" y="537"/>
                </a:lnTo>
                <a:lnTo>
                  <a:pt x="3277" y="537"/>
                </a:lnTo>
                <a:lnTo>
                  <a:pt x="3287" y="539"/>
                </a:lnTo>
                <a:lnTo>
                  <a:pt x="3287" y="539"/>
                </a:lnTo>
                <a:lnTo>
                  <a:pt x="3297" y="541"/>
                </a:lnTo>
                <a:lnTo>
                  <a:pt x="3297" y="541"/>
                </a:lnTo>
                <a:lnTo>
                  <a:pt x="3308" y="543"/>
                </a:lnTo>
                <a:lnTo>
                  <a:pt x="3308" y="543"/>
                </a:lnTo>
                <a:lnTo>
                  <a:pt x="3319" y="544"/>
                </a:lnTo>
                <a:lnTo>
                  <a:pt x="3319" y="544"/>
                </a:lnTo>
                <a:lnTo>
                  <a:pt x="3331" y="545"/>
                </a:lnTo>
                <a:lnTo>
                  <a:pt x="3330" y="545"/>
                </a:lnTo>
                <a:lnTo>
                  <a:pt x="3342" y="546"/>
                </a:lnTo>
                <a:lnTo>
                  <a:pt x="3342" y="546"/>
                </a:lnTo>
                <a:lnTo>
                  <a:pt x="3354" y="546"/>
                </a:lnTo>
                <a:lnTo>
                  <a:pt x="3354" y="546"/>
                </a:lnTo>
                <a:lnTo>
                  <a:pt x="3371" y="546"/>
                </a:lnTo>
                <a:lnTo>
                  <a:pt x="3371" y="546"/>
                </a:lnTo>
                <a:lnTo>
                  <a:pt x="3387" y="545"/>
                </a:lnTo>
                <a:lnTo>
                  <a:pt x="3387" y="545"/>
                </a:lnTo>
                <a:lnTo>
                  <a:pt x="3402" y="543"/>
                </a:lnTo>
                <a:lnTo>
                  <a:pt x="3402" y="543"/>
                </a:lnTo>
                <a:lnTo>
                  <a:pt x="3416" y="541"/>
                </a:lnTo>
                <a:lnTo>
                  <a:pt x="3416" y="541"/>
                </a:lnTo>
                <a:lnTo>
                  <a:pt x="3430" y="538"/>
                </a:lnTo>
                <a:lnTo>
                  <a:pt x="3430" y="538"/>
                </a:lnTo>
                <a:lnTo>
                  <a:pt x="3443" y="535"/>
                </a:lnTo>
                <a:lnTo>
                  <a:pt x="3443" y="535"/>
                </a:lnTo>
                <a:lnTo>
                  <a:pt x="3455" y="531"/>
                </a:lnTo>
                <a:lnTo>
                  <a:pt x="3455" y="531"/>
                </a:lnTo>
                <a:lnTo>
                  <a:pt x="3467" y="527"/>
                </a:lnTo>
                <a:lnTo>
                  <a:pt x="3466" y="527"/>
                </a:lnTo>
                <a:lnTo>
                  <a:pt x="3478" y="522"/>
                </a:lnTo>
                <a:lnTo>
                  <a:pt x="3477" y="522"/>
                </a:lnTo>
                <a:lnTo>
                  <a:pt x="3488" y="516"/>
                </a:lnTo>
                <a:lnTo>
                  <a:pt x="3487" y="517"/>
                </a:lnTo>
                <a:lnTo>
                  <a:pt x="3497" y="510"/>
                </a:lnTo>
                <a:lnTo>
                  <a:pt x="3497" y="510"/>
                </a:lnTo>
                <a:lnTo>
                  <a:pt x="3506" y="503"/>
                </a:lnTo>
                <a:lnTo>
                  <a:pt x="3506" y="504"/>
                </a:lnTo>
                <a:lnTo>
                  <a:pt x="3514" y="496"/>
                </a:lnTo>
                <a:lnTo>
                  <a:pt x="3514" y="496"/>
                </a:lnTo>
                <a:lnTo>
                  <a:pt x="3522" y="488"/>
                </a:lnTo>
                <a:lnTo>
                  <a:pt x="3522" y="488"/>
                </a:lnTo>
                <a:lnTo>
                  <a:pt x="3529" y="479"/>
                </a:lnTo>
                <a:lnTo>
                  <a:pt x="3528" y="480"/>
                </a:lnTo>
                <a:lnTo>
                  <a:pt x="3535" y="470"/>
                </a:lnTo>
                <a:lnTo>
                  <a:pt x="3535" y="470"/>
                </a:lnTo>
                <a:lnTo>
                  <a:pt x="3541" y="460"/>
                </a:lnTo>
                <a:lnTo>
                  <a:pt x="3541" y="461"/>
                </a:lnTo>
                <a:lnTo>
                  <a:pt x="3546" y="450"/>
                </a:lnTo>
                <a:lnTo>
                  <a:pt x="3546" y="451"/>
                </a:lnTo>
                <a:lnTo>
                  <a:pt x="3550" y="440"/>
                </a:lnTo>
                <a:lnTo>
                  <a:pt x="3550" y="441"/>
                </a:lnTo>
                <a:lnTo>
                  <a:pt x="3553" y="430"/>
                </a:lnTo>
                <a:lnTo>
                  <a:pt x="3553" y="431"/>
                </a:lnTo>
                <a:lnTo>
                  <a:pt x="3556" y="420"/>
                </a:lnTo>
                <a:lnTo>
                  <a:pt x="3556" y="421"/>
                </a:lnTo>
                <a:lnTo>
                  <a:pt x="3558" y="410"/>
                </a:lnTo>
                <a:lnTo>
                  <a:pt x="3558" y="410"/>
                </a:lnTo>
                <a:lnTo>
                  <a:pt x="3559" y="399"/>
                </a:lnTo>
                <a:lnTo>
                  <a:pt x="3559" y="399"/>
                </a:lnTo>
                <a:lnTo>
                  <a:pt x="3559" y="388"/>
                </a:lnTo>
                <a:lnTo>
                  <a:pt x="3559" y="389"/>
                </a:lnTo>
                <a:lnTo>
                  <a:pt x="3559" y="376"/>
                </a:lnTo>
                <a:lnTo>
                  <a:pt x="3559" y="377"/>
                </a:lnTo>
                <a:lnTo>
                  <a:pt x="3558" y="365"/>
                </a:lnTo>
                <a:lnTo>
                  <a:pt x="3558" y="365"/>
                </a:lnTo>
                <a:lnTo>
                  <a:pt x="3556" y="354"/>
                </a:lnTo>
                <a:lnTo>
                  <a:pt x="3556" y="354"/>
                </a:lnTo>
                <a:lnTo>
                  <a:pt x="3554" y="343"/>
                </a:lnTo>
                <a:lnTo>
                  <a:pt x="3554" y="344"/>
                </a:lnTo>
                <a:lnTo>
                  <a:pt x="3551" y="334"/>
                </a:lnTo>
                <a:lnTo>
                  <a:pt x="3551" y="334"/>
                </a:lnTo>
                <a:lnTo>
                  <a:pt x="3548" y="324"/>
                </a:lnTo>
                <a:lnTo>
                  <a:pt x="3548" y="325"/>
                </a:lnTo>
                <a:lnTo>
                  <a:pt x="3544" y="315"/>
                </a:lnTo>
                <a:lnTo>
                  <a:pt x="3544" y="316"/>
                </a:lnTo>
                <a:lnTo>
                  <a:pt x="3539" y="307"/>
                </a:lnTo>
                <a:lnTo>
                  <a:pt x="3539" y="308"/>
                </a:lnTo>
                <a:lnTo>
                  <a:pt x="3534" y="299"/>
                </a:lnTo>
                <a:lnTo>
                  <a:pt x="3534" y="300"/>
                </a:lnTo>
                <a:lnTo>
                  <a:pt x="3528" y="292"/>
                </a:lnTo>
                <a:lnTo>
                  <a:pt x="3528" y="292"/>
                </a:lnTo>
                <a:lnTo>
                  <a:pt x="3522" y="285"/>
                </a:lnTo>
                <a:lnTo>
                  <a:pt x="3522" y="285"/>
                </a:lnTo>
                <a:lnTo>
                  <a:pt x="3515" y="278"/>
                </a:lnTo>
                <a:lnTo>
                  <a:pt x="3515" y="278"/>
                </a:lnTo>
                <a:lnTo>
                  <a:pt x="3508" y="272"/>
                </a:lnTo>
                <a:lnTo>
                  <a:pt x="3508" y="272"/>
                </a:lnTo>
                <a:lnTo>
                  <a:pt x="3500" y="266"/>
                </a:lnTo>
                <a:lnTo>
                  <a:pt x="3500" y="266"/>
                </a:lnTo>
                <a:lnTo>
                  <a:pt x="3492" y="261"/>
                </a:lnTo>
                <a:lnTo>
                  <a:pt x="3492" y="261"/>
                </a:lnTo>
                <a:lnTo>
                  <a:pt x="3483" y="256"/>
                </a:lnTo>
                <a:lnTo>
                  <a:pt x="3484" y="256"/>
                </a:lnTo>
                <a:lnTo>
                  <a:pt x="3474" y="251"/>
                </a:lnTo>
                <a:lnTo>
                  <a:pt x="3474" y="251"/>
                </a:lnTo>
                <a:lnTo>
                  <a:pt x="3463" y="246"/>
                </a:lnTo>
                <a:lnTo>
                  <a:pt x="3463" y="247"/>
                </a:lnTo>
                <a:lnTo>
                  <a:pt x="3451" y="242"/>
                </a:lnTo>
                <a:lnTo>
                  <a:pt x="3451" y="242"/>
                </a:lnTo>
                <a:lnTo>
                  <a:pt x="3437" y="237"/>
                </a:lnTo>
                <a:lnTo>
                  <a:pt x="3437" y="237"/>
                </a:lnTo>
                <a:lnTo>
                  <a:pt x="3422" y="232"/>
                </a:lnTo>
                <a:lnTo>
                  <a:pt x="3423" y="232"/>
                </a:lnTo>
                <a:lnTo>
                  <a:pt x="3407" y="228"/>
                </a:lnTo>
                <a:lnTo>
                  <a:pt x="3407" y="228"/>
                </a:lnTo>
                <a:lnTo>
                  <a:pt x="3371" y="218"/>
                </a:lnTo>
                <a:lnTo>
                  <a:pt x="3352" y="214"/>
                </a:lnTo>
                <a:lnTo>
                  <a:pt x="3352" y="214"/>
                </a:lnTo>
                <a:lnTo>
                  <a:pt x="3336" y="209"/>
                </a:lnTo>
                <a:lnTo>
                  <a:pt x="3335" y="209"/>
                </a:lnTo>
                <a:lnTo>
                  <a:pt x="3321" y="205"/>
                </a:lnTo>
                <a:lnTo>
                  <a:pt x="3320" y="205"/>
                </a:lnTo>
                <a:lnTo>
                  <a:pt x="3307" y="200"/>
                </a:lnTo>
                <a:lnTo>
                  <a:pt x="3307" y="200"/>
                </a:lnTo>
                <a:lnTo>
                  <a:pt x="3296" y="196"/>
                </a:lnTo>
                <a:lnTo>
                  <a:pt x="3295" y="195"/>
                </a:lnTo>
                <a:lnTo>
                  <a:pt x="3286" y="191"/>
                </a:lnTo>
                <a:lnTo>
                  <a:pt x="3286" y="191"/>
                </a:lnTo>
                <a:lnTo>
                  <a:pt x="3278" y="187"/>
                </a:lnTo>
                <a:lnTo>
                  <a:pt x="3277" y="186"/>
                </a:lnTo>
                <a:lnTo>
                  <a:pt x="3271" y="182"/>
                </a:lnTo>
                <a:lnTo>
                  <a:pt x="3271" y="182"/>
                </a:lnTo>
                <a:lnTo>
                  <a:pt x="3267" y="178"/>
                </a:lnTo>
                <a:lnTo>
                  <a:pt x="3267" y="178"/>
                </a:lnTo>
                <a:lnTo>
                  <a:pt x="3263" y="174"/>
                </a:lnTo>
                <a:lnTo>
                  <a:pt x="3263" y="174"/>
                </a:lnTo>
                <a:lnTo>
                  <a:pt x="3260" y="170"/>
                </a:lnTo>
                <a:lnTo>
                  <a:pt x="3260" y="169"/>
                </a:lnTo>
                <a:lnTo>
                  <a:pt x="3258" y="165"/>
                </a:lnTo>
                <a:lnTo>
                  <a:pt x="3258" y="165"/>
                </a:lnTo>
                <a:lnTo>
                  <a:pt x="3256" y="161"/>
                </a:lnTo>
                <a:lnTo>
                  <a:pt x="3256" y="160"/>
                </a:lnTo>
                <a:lnTo>
                  <a:pt x="3255" y="156"/>
                </a:lnTo>
                <a:lnTo>
                  <a:pt x="3254" y="155"/>
                </a:lnTo>
                <a:lnTo>
                  <a:pt x="3254" y="151"/>
                </a:lnTo>
                <a:lnTo>
                  <a:pt x="3254" y="150"/>
                </a:lnTo>
                <a:lnTo>
                  <a:pt x="3253" y="146"/>
                </a:lnTo>
                <a:lnTo>
                  <a:pt x="3253" y="145"/>
                </a:lnTo>
                <a:lnTo>
                  <a:pt x="3254" y="140"/>
                </a:lnTo>
                <a:lnTo>
                  <a:pt x="3254" y="140"/>
                </a:lnTo>
                <a:lnTo>
                  <a:pt x="3254" y="135"/>
                </a:lnTo>
                <a:lnTo>
                  <a:pt x="3255" y="134"/>
                </a:lnTo>
                <a:lnTo>
                  <a:pt x="3256" y="130"/>
                </a:lnTo>
                <a:lnTo>
                  <a:pt x="3256" y="129"/>
                </a:lnTo>
                <a:lnTo>
                  <a:pt x="3258" y="125"/>
                </a:lnTo>
                <a:lnTo>
                  <a:pt x="3258" y="124"/>
                </a:lnTo>
                <a:lnTo>
                  <a:pt x="3261" y="120"/>
                </a:lnTo>
                <a:lnTo>
                  <a:pt x="3261" y="120"/>
                </a:lnTo>
                <a:lnTo>
                  <a:pt x="3264" y="116"/>
                </a:lnTo>
                <a:lnTo>
                  <a:pt x="3265" y="116"/>
                </a:lnTo>
                <a:lnTo>
                  <a:pt x="3268" y="112"/>
                </a:lnTo>
                <a:lnTo>
                  <a:pt x="3268" y="112"/>
                </a:lnTo>
                <a:lnTo>
                  <a:pt x="3272" y="109"/>
                </a:lnTo>
                <a:lnTo>
                  <a:pt x="3273" y="108"/>
                </a:lnTo>
                <a:lnTo>
                  <a:pt x="3280" y="104"/>
                </a:lnTo>
                <a:lnTo>
                  <a:pt x="3280" y="104"/>
                </a:lnTo>
                <a:lnTo>
                  <a:pt x="3287" y="100"/>
                </a:lnTo>
                <a:lnTo>
                  <a:pt x="3288" y="99"/>
                </a:lnTo>
                <a:lnTo>
                  <a:pt x="3296" y="96"/>
                </a:lnTo>
                <a:lnTo>
                  <a:pt x="3296" y="96"/>
                </a:lnTo>
                <a:lnTo>
                  <a:pt x="3305" y="93"/>
                </a:lnTo>
                <a:lnTo>
                  <a:pt x="3305" y="93"/>
                </a:lnTo>
                <a:lnTo>
                  <a:pt x="3315" y="91"/>
                </a:lnTo>
                <a:lnTo>
                  <a:pt x="3315" y="91"/>
                </a:lnTo>
                <a:lnTo>
                  <a:pt x="3325" y="89"/>
                </a:lnTo>
                <a:lnTo>
                  <a:pt x="3325" y="89"/>
                </a:lnTo>
                <a:lnTo>
                  <a:pt x="3336" y="88"/>
                </a:lnTo>
                <a:lnTo>
                  <a:pt x="3336" y="88"/>
                </a:lnTo>
                <a:lnTo>
                  <a:pt x="3347" y="88"/>
                </a:lnTo>
                <a:lnTo>
                  <a:pt x="3348" y="88"/>
                </a:lnTo>
                <a:lnTo>
                  <a:pt x="3358" y="88"/>
                </a:lnTo>
                <a:lnTo>
                  <a:pt x="3359" y="88"/>
                </a:lnTo>
                <a:lnTo>
                  <a:pt x="3369" y="89"/>
                </a:lnTo>
                <a:lnTo>
                  <a:pt x="3369" y="89"/>
                </a:lnTo>
                <a:lnTo>
                  <a:pt x="3378" y="91"/>
                </a:lnTo>
                <a:lnTo>
                  <a:pt x="3379" y="91"/>
                </a:lnTo>
                <a:lnTo>
                  <a:pt x="3387" y="93"/>
                </a:lnTo>
                <a:lnTo>
                  <a:pt x="3388" y="93"/>
                </a:lnTo>
                <a:lnTo>
                  <a:pt x="3396" y="95"/>
                </a:lnTo>
                <a:lnTo>
                  <a:pt x="3396" y="96"/>
                </a:lnTo>
                <a:lnTo>
                  <a:pt x="3404" y="99"/>
                </a:lnTo>
                <a:lnTo>
                  <a:pt x="3404" y="99"/>
                </a:lnTo>
                <a:lnTo>
                  <a:pt x="3411" y="102"/>
                </a:lnTo>
                <a:lnTo>
                  <a:pt x="3411" y="103"/>
                </a:lnTo>
                <a:lnTo>
                  <a:pt x="3417" y="107"/>
                </a:lnTo>
                <a:lnTo>
                  <a:pt x="3418" y="107"/>
                </a:lnTo>
                <a:lnTo>
                  <a:pt x="3423" y="112"/>
                </a:lnTo>
                <a:lnTo>
                  <a:pt x="3423" y="113"/>
                </a:lnTo>
                <a:lnTo>
                  <a:pt x="3428" y="118"/>
                </a:lnTo>
                <a:lnTo>
                  <a:pt x="3429" y="119"/>
                </a:lnTo>
                <a:lnTo>
                  <a:pt x="3433" y="125"/>
                </a:lnTo>
                <a:lnTo>
                  <a:pt x="3433" y="125"/>
                </a:lnTo>
                <a:lnTo>
                  <a:pt x="3437" y="132"/>
                </a:lnTo>
                <a:lnTo>
                  <a:pt x="3438" y="133"/>
                </a:lnTo>
                <a:lnTo>
                  <a:pt x="3441" y="140"/>
                </a:lnTo>
                <a:lnTo>
                  <a:pt x="3441" y="141"/>
                </a:lnTo>
                <a:lnTo>
                  <a:pt x="3444" y="149"/>
                </a:lnTo>
                <a:lnTo>
                  <a:pt x="3444" y="149"/>
                </a:lnTo>
                <a:lnTo>
                  <a:pt x="3446" y="158"/>
                </a:lnTo>
                <a:lnTo>
                  <a:pt x="3447" y="159"/>
                </a:lnTo>
                <a:lnTo>
                  <a:pt x="3449" y="168"/>
                </a:lnTo>
                <a:lnTo>
                  <a:pt x="3443" y="164"/>
                </a:lnTo>
                <a:lnTo>
                  <a:pt x="3549" y="160"/>
                </a:lnTo>
                <a:lnTo>
                  <a:pt x="3544" y="166"/>
                </a:lnTo>
                <a:lnTo>
                  <a:pt x="3543" y="157"/>
                </a:lnTo>
                <a:lnTo>
                  <a:pt x="3543" y="157"/>
                </a:lnTo>
                <a:lnTo>
                  <a:pt x="3542" y="149"/>
                </a:lnTo>
                <a:lnTo>
                  <a:pt x="3542" y="149"/>
                </a:lnTo>
                <a:lnTo>
                  <a:pt x="3541" y="140"/>
                </a:lnTo>
                <a:lnTo>
                  <a:pt x="3541" y="141"/>
                </a:lnTo>
                <a:lnTo>
                  <a:pt x="3539" y="132"/>
                </a:lnTo>
                <a:lnTo>
                  <a:pt x="3539" y="133"/>
                </a:lnTo>
                <a:lnTo>
                  <a:pt x="3537" y="125"/>
                </a:lnTo>
                <a:lnTo>
                  <a:pt x="3538" y="125"/>
                </a:lnTo>
                <a:lnTo>
                  <a:pt x="3535" y="117"/>
                </a:lnTo>
                <a:lnTo>
                  <a:pt x="3535" y="117"/>
                </a:lnTo>
                <a:lnTo>
                  <a:pt x="3533" y="110"/>
                </a:lnTo>
                <a:lnTo>
                  <a:pt x="3533" y="110"/>
                </a:lnTo>
                <a:lnTo>
                  <a:pt x="3530" y="103"/>
                </a:lnTo>
                <a:lnTo>
                  <a:pt x="3530" y="103"/>
                </a:lnTo>
                <a:lnTo>
                  <a:pt x="3526" y="96"/>
                </a:lnTo>
                <a:lnTo>
                  <a:pt x="3526" y="96"/>
                </a:lnTo>
                <a:lnTo>
                  <a:pt x="3523" y="89"/>
                </a:lnTo>
                <a:lnTo>
                  <a:pt x="3523" y="89"/>
                </a:lnTo>
                <a:lnTo>
                  <a:pt x="3519" y="83"/>
                </a:lnTo>
                <a:lnTo>
                  <a:pt x="3519" y="83"/>
                </a:lnTo>
                <a:lnTo>
                  <a:pt x="3514" y="77"/>
                </a:lnTo>
                <a:lnTo>
                  <a:pt x="3514" y="77"/>
                </a:lnTo>
                <a:lnTo>
                  <a:pt x="3510" y="71"/>
                </a:lnTo>
                <a:lnTo>
                  <a:pt x="3510" y="71"/>
                </a:lnTo>
                <a:lnTo>
                  <a:pt x="3504" y="65"/>
                </a:lnTo>
                <a:lnTo>
                  <a:pt x="3505" y="65"/>
                </a:lnTo>
                <a:lnTo>
                  <a:pt x="3499" y="59"/>
                </a:lnTo>
                <a:lnTo>
                  <a:pt x="3499" y="59"/>
                </a:lnTo>
                <a:lnTo>
                  <a:pt x="3493" y="54"/>
                </a:lnTo>
                <a:lnTo>
                  <a:pt x="3493" y="54"/>
                </a:lnTo>
                <a:lnTo>
                  <a:pt x="3487" y="49"/>
                </a:lnTo>
                <a:lnTo>
                  <a:pt x="3487" y="49"/>
                </a:lnTo>
                <a:lnTo>
                  <a:pt x="3481" y="44"/>
                </a:lnTo>
                <a:lnTo>
                  <a:pt x="3481" y="44"/>
                </a:lnTo>
                <a:lnTo>
                  <a:pt x="3474" y="39"/>
                </a:lnTo>
                <a:lnTo>
                  <a:pt x="3474" y="39"/>
                </a:lnTo>
                <a:lnTo>
                  <a:pt x="3466" y="35"/>
                </a:lnTo>
                <a:lnTo>
                  <a:pt x="3467" y="35"/>
                </a:lnTo>
                <a:lnTo>
                  <a:pt x="3459" y="32"/>
                </a:lnTo>
                <a:lnTo>
                  <a:pt x="3459" y="32"/>
                </a:lnTo>
                <a:lnTo>
                  <a:pt x="3451" y="28"/>
                </a:lnTo>
                <a:lnTo>
                  <a:pt x="3451" y="28"/>
                </a:lnTo>
                <a:lnTo>
                  <a:pt x="3442" y="25"/>
                </a:lnTo>
                <a:lnTo>
                  <a:pt x="3443" y="25"/>
                </a:lnTo>
                <a:lnTo>
                  <a:pt x="3434" y="22"/>
                </a:lnTo>
                <a:lnTo>
                  <a:pt x="3434" y="22"/>
                </a:lnTo>
                <a:lnTo>
                  <a:pt x="3424" y="20"/>
                </a:lnTo>
                <a:lnTo>
                  <a:pt x="3425" y="20"/>
                </a:lnTo>
                <a:lnTo>
                  <a:pt x="3415" y="17"/>
                </a:lnTo>
                <a:lnTo>
                  <a:pt x="3415" y="17"/>
                </a:lnTo>
                <a:lnTo>
                  <a:pt x="3405" y="16"/>
                </a:lnTo>
                <a:lnTo>
                  <a:pt x="3405" y="16"/>
                </a:lnTo>
                <a:lnTo>
                  <a:pt x="3394" y="14"/>
                </a:lnTo>
                <a:lnTo>
                  <a:pt x="3394" y="14"/>
                </a:lnTo>
                <a:lnTo>
                  <a:pt x="3383" y="13"/>
                </a:lnTo>
                <a:lnTo>
                  <a:pt x="3384" y="13"/>
                </a:lnTo>
                <a:lnTo>
                  <a:pt x="3372" y="12"/>
                </a:lnTo>
                <a:lnTo>
                  <a:pt x="3372" y="12"/>
                </a:lnTo>
                <a:lnTo>
                  <a:pt x="3361" y="12"/>
                </a:lnTo>
                <a:lnTo>
                  <a:pt x="3361" y="12"/>
                </a:lnTo>
                <a:lnTo>
                  <a:pt x="3349" y="11"/>
                </a:lnTo>
                <a:lnTo>
                  <a:pt x="3349" y="11"/>
                </a:lnTo>
                <a:lnTo>
                  <a:pt x="3334" y="12"/>
                </a:lnTo>
                <a:lnTo>
                  <a:pt x="3334" y="12"/>
                </a:lnTo>
                <a:lnTo>
                  <a:pt x="3320" y="13"/>
                </a:lnTo>
                <a:lnTo>
                  <a:pt x="3320" y="13"/>
                </a:lnTo>
                <a:lnTo>
                  <a:pt x="3307" y="14"/>
                </a:lnTo>
                <a:lnTo>
                  <a:pt x="3307" y="14"/>
                </a:lnTo>
                <a:lnTo>
                  <a:pt x="3294" y="16"/>
                </a:lnTo>
                <a:lnTo>
                  <a:pt x="3294" y="16"/>
                </a:lnTo>
                <a:lnTo>
                  <a:pt x="3281" y="19"/>
                </a:lnTo>
                <a:lnTo>
                  <a:pt x="3282" y="19"/>
                </a:lnTo>
                <a:lnTo>
                  <a:pt x="3270" y="22"/>
                </a:lnTo>
                <a:lnTo>
                  <a:pt x="3270" y="22"/>
                </a:lnTo>
                <a:lnTo>
                  <a:pt x="3258" y="25"/>
                </a:lnTo>
                <a:lnTo>
                  <a:pt x="3259" y="25"/>
                </a:lnTo>
                <a:lnTo>
                  <a:pt x="3248" y="30"/>
                </a:lnTo>
                <a:lnTo>
                  <a:pt x="3248" y="29"/>
                </a:lnTo>
                <a:lnTo>
                  <a:pt x="3238" y="34"/>
                </a:lnTo>
                <a:lnTo>
                  <a:pt x="3238" y="34"/>
                </a:lnTo>
                <a:lnTo>
                  <a:pt x="3228" y="39"/>
                </a:lnTo>
                <a:lnTo>
                  <a:pt x="3229" y="39"/>
                </a:lnTo>
                <a:lnTo>
                  <a:pt x="3220" y="45"/>
                </a:lnTo>
                <a:lnTo>
                  <a:pt x="3220" y="45"/>
                </a:lnTo>
                <a:lnTo>
                  <a:pt x="3211" y="51"/>
                </a:lnTo>
                <a:lnTo>
                  <a:pt x="3212" y="51"/>
                </a:lnTo>
                <a:lnTo>
                  <a:pt x="3204" y="58"/>
                </a:lnTo>
                <a:lnTo>
                  <a:pt x="3204" y="57"/>
                </a:lnTo>
                <a:lnTo>
                  <a:pt x="3197" y="65"/>
                </a:lnTo>
                <a:lnTo>
                  <a:pt x="3197" y="65"/>
                </a:lnTo>
                <a:lnTo>
                  <a:pt x="3191" y="73"/>
                </a:lnTo>
                <a:lnTo>
                  <a:pt x="3191" y="72"/>
                </a:lnTo>
                <a:lnTo>
                  <a:pt x="3185" y="81"/>
                </a:lnTo>
                <a:lnTo>
                  <a:pt x="3185" y="81"/>
                </a:lnTo>
                <a:lnTo>
                  <a:pt x="3180" y="89"/>
                </a:lnTo>
                <a:lnTo>
                  <a:pt x="3180" y="89"/>
                </a:lnTo>
                <a:lnTo>
                  <a:pt x="3176" y="98"/>
                </a:lnTo>
                <a:lnTo>
                  <a:pt x="3176" y="98"/>
                </a:lnTo>
                <a:lnTo>
                  <a:pt x="3172" y="107"/>
                </a:lnTo>
                <a:lnTo>
                  <a:pt x="3172" y="107"/>
                </a:lnTo>
                <a:lnTo>
                  <a:pt x="3169" y="116"/>
                </a:lnTo>
                <a:lnTo>
                  <a:pt x="3169" y="115"/>
                </a:lnTo>
                <a:lnTo>
                  <a:pt x="3166" y="125"/>
                </a:lnTo>
                <a:lnTo>
                  <a:pt x="3167" y="124"/>
                </a:lnTo>
                <a:lnTo>
                  <a:pt x="3165" y="134"/>
                </a:lnTo>
                <a:lnTo>
                  <a:pt x="3165" y="134"/>
                </a:lnTo>
                <a:lnTo>
                  <a:pt x="3164" y="143"/>
                </a:lnTo>
                <a:lnTo>
                  <a:pt x="3164" y="143"/>
                </a:lnTo>
                <a:lnTo>
                  <a:pt x="3163" y="153"/>
                </a:lnTo>
                <a:lnTo>
                  <a:pt x="3163" y="153"/>
                </a:lnTo>
                <a:lnTo>
                  <a:pt x="3164" y="161"/>
                </a:lnTo>
                <a:lnTo>
                  <a:pt x="3164" y="160"/>
                </a:lnTo>
                <a:lnTo>
                  <a:pt x="3164" y="168"/>
                </a:lnTo>
                <a:lnTo>
                  <a:pt x="3164" y="168"/>
                </a:lnTo>
                <a:lnTo>
                  <a:pt x="3165" y="175"/>
                </a:lnTo>
                <a:lnTo>
                  <a:pt x="3165" y="175"/>
                </a:lnTo>
                <a:lnTo>
                  <a:pt x="3166" y="182"/>
                </a:lnTo>
                <a:lnTo>
                  <a:pt x="3166" y="182"/>
                </a:lnTo>
                <a:lnTo>
                  <a:pt x="3168" y="189"/>
                </a:lnTo>
                <a:lnTo>
                  <a:pt x="3168" y="189"/>
                </a:lnTo>
                <a:lnTo>
                  <a:pt x="3170" y="196"/>
                </a:lnTo>
                <a:lnTo>
                  <a:pt x="3170" y="195"/>
                </a:lnTo>
                <a:lnTo>
                  <a:pt x="3172" y="202"/>
                </a:lnTo>
                <a:lnTo>
                  <a:pt x="3172" y="202"/>
                </a:lnTo>
                <a:lnTo>
                  <a:pt x="3175" y="209"/>
                </a:lnTo>
                <a:lnTo>
                  <a:pt x="3175" y="209"/>
                </a:lnTo>
                <a:lnTo>
                  <a:pt x="3178" y="215"/>
                </a:lnTo>
                <a:lnTo>
                  <a:pt x="3178" y="215"/>
                </a:lnTo>
                <a:lnTo>
                  <a:pt x="3181" y="221"/>
                </a:lnTo>
                <a:lnTo>
                  <a:pt x="3181" y="221"/>
                </a:lnTo>
                <a:lnTo>
                  <a:pt x="3189" y="233"/>
                </a:lnTo>
                <a:lnTo>
                  <a:pt x="3189" y="233"/>
                </a:lnTo>
                <a:lnTo>
                  <a:pt x="3199" y="245"/>
                </a:lnTo>
                <a:lnTo>
                  <a:pt x="3198" y="244"/>
                </a:lnTo>
                <a:lnTo>
                  <a:pt x="3210" y="255"/>
                </a:lnTo>
                <a:lnTo>
                  <a:pt x="3209" y="255"/>
                </a:lnTo>
                <a:lnTo>
                  <a:pt x="3218" y="263"/>
                </a:lnTo>
                <a:lnTo>
                  <a:pt x="3218" y="262"/>
                </a:lnTo>
                <a:lnTo>
                  <a:pt x="3229" y="270"/>
                </a:lnTo>
                <a:lnTo>
                  <a:pt x="3229" y="269"/>
                </a:lnTo>
                <a:lnTo>
                  <a:pt x="3241" y="276"/>
                </a:lnTo>
                <a:lnTo>
                  <a:pt x="3241" y="276"/>
                </a:lnTo>
                <a:lnTo>
                  <a:pt x="3255" y="283"/>
                </a:lnTo>
                <a:lnTo>
                  <a:pt x="3254" y="283"/>
                </a:lnTo>
                <a:lnTo>
                  <a:pt x="3270" y="289"/>
                </a:lnTo>
                <a:lnTo>
                  <a:pt x="3270" y="289"/>
                </a:lnTo>
                <a:lnTo>
                  <a:pt x="3287" y="295"/>
                </a:lnTo>
                <a:lnTo>
                  <a:pt x="3287" y="295"/>
                </a:lnTo>
                <a:lnTo>
                  <a:pt x="3306" y="301"/>
                </a:lnTo>
                <a:lnTo>
                  <a:pt x="3306" y="301"/>
                </a:lnTo>
                <a:lnTo>
                  <a:pt x="3326" y="307"/>
                </a:lnTo>
                <a:lnTo>
                  <a:pt x="3380" y="321"/>
                </a:lnTo>
                <a:lnTo>
                  <a:pt x="3381" y="321"/>
                </a:lnTo>
                <a:lnTo>
                  <a:pt x="3399" y="326"/>
                </a:lnTo>
                <a:lnTo>
                  <a:pt x="3399" y="326"/>
                </a:lnTo>
                <a:lnTo>
                  <a:pt x="3411" y="330"/>
                </a:lnTo>
                <a:lnTo>
                  <a:pt x="3412" y="330"/>
                </a:lnTo>
                <a:lnTo>
                  <a:pt x="3424" y="335"/>
                </a:lnTo>
                <a:lnTo>
                  <a:pt x="3425" y="335"/>
                </a:lnTo>
                <a:lnTo>
                  <a:pt x="3435" y="341"/>
                </a:lnTo>
                <a:lnTo>
                  <a:pt x="3436" y="341"/>
                </a:lnTo>
                <a:lnTo>
                  <a:pt x="3444" y="347"/>
                </a:lnTo>
                <a:lnTo>
                  <a:pt x="3445" y="348"/>
                </a:lnTo>
                <a:lnTo>
                  <a:pt x="3448" y="351"/>
                </a:lnTo>
                <a:lnTo>
                  <a:pt x="3449" y="351"/>
                </a:lnTo>
                <a:lnTo>
                  <a:pt x="3452" y="355"/>
                </a:lnTo>
                <a:lnTo>
                  <a:pt x="3452" y="355"/>
                </a:lnTo>
                <a:lnTo>
                  <a:pt x="3457" y="362"/>
                </a:lnTo>
                <a:lnTo>
                  <a:pt x="3458" y="363"/>
                </a:lnTo>
                <a:lnTo>
                  <a:pt x="3459" y="367"/>
                </a:lnTo>
                <a:lnTo>
                  <a:pt x="3460" y="367"/>
                </a:lnTo>
                <a:lnTo>
                  <a:pt x="3461" y="371"/>
                </a:lnTo>
                <a:lnTo>
                  <a:pt x="3461" y="371"/>
                </a:lnTo>
                <a:lnTo>
                  <a:pt x="3462" y="375"/>
                </a:lnTo>
                <a:lnTo>
                  <a:pt x="3463" y="376"/>
                </a:lnTo>
                <a:lnTo>
                  <a:pt x="3463" y="380"/>
                </a:lnTo>
                <a:lnTo>
                  <a:pt x="3463" y="381"/>
                </a:lnTo>
                <a:lnTo>
                  <a:pt x="3464" y="385"/>
                </a:lnTo>
                <a:lnTo>
                  <a:pt x="3464" y="385"/>
                </a:lnTo>
                <a:lnTo>
                  <a:pt x="3464" y="390"/>
                </a:lnTo>
                <a:lnTo>
                  <a:pt x="3464" y="391"/>
                </a:lnTo>
                <a:lnTo>
                  <a:pt x="3464" y="398"/>
                </a:lnTo>
                <a:lnTo>
                  <a:pt x="3463" y="398"/>
                </a:lnTo>
                <a:lnTo>
                  <a:pt x="3462" y="405"/>
                </a:lnTo>
                <a:lnTo>
                  <a:pt x="3462" y="405"/>
                </a:lnTo>
                <a:lnTo>
                  <a:pt x="3460" y="412"/>
                </a:lnTo>
                <a:lnTo>
                  <a:pt x="3460" y="412"/>
                </a:lnTo>
                <a:lnTo>
                  <a:pt x="3457" y="419"/>
                </a:lnTo>
                <a:lnTo>
                  <a:pt x="3457" y="419"/>
                </a:lnTo>
                <a:lnTo>
                  <a:pt x="3453" y="426"/>
                </a:lnTo>
                <a:lnTo>
                  <a:pt x="3453" y="426"/>
                </a:lnTo>
                <a:lnTo>
                  <a:pt x="3448" y="432"/>
                </a:lnTo>
                <a:lnTo>
                  <a:pt x="3448" y="433"/>
                </a:lnTo>
                <a:lnTo>
                  <a:pt x="3443" y="438"/>
                </a:lnTo>
                <a:lnTo>
                  <a:pt x="3443" y="439"/>
                </a:lnTo>
                <a:lnTo>
                  <a:pt x="3437" y="444"/>
                </a:lnTo>
                <a:lnTo>
                  <a:pt x="3436" y="445"/>
                </a:lnTo>
                <a:lnTo>
                  <a:pt x="3429" y="450"/>
                </a:lnTo>
                <a:lnTo>
                  <a:pt x="3429" y="450"/>
                </a:lnTo>
                <a:lnTo>
                  <a:pt x="3421" y="454"/>
                </a:lnTo>
                <a:lnTo>
                  <a:pt x="3420" y="455"/>
                </a:lnTo>
                <a:lnTo>
                  <a:pt x="3412" y="458"/>
                </a:lnTo>
                <a:lnTo>
                  <a:pt x="3411" y="459"/>
                </a:lnTo>
                <a:lnTo>
                  <a:pt x="3402" y="462"/>
                </a:lnTo>
                <a:lnTo>
                  <a:pt x="3402" y="462"/>
                </a:lnTo>
                <a:lnTo>
                  <a:pt x="3392" y="464"/>
                </a:lnTo>
                <a:lnTo>
                  <a:pt x="3391" y="464"/>
                </a:lnTo>
                <a:lnTo>
                  <a:pt x="3380" y="466"/>
                </a:lnTo>
                <a:lnTo>
                  <a:pt x="3380" y="466"/>
                </a:lnTo>
                <a:lnTo>
                  <a:pt x="3368" y="467"/>
                </a:lnTo>
                <a:lnTo>
                  <a:pt x="3368" y="467"/>
                </a:lnTo>
                <a:lnTo>
                  <a:pt x="3356" y="467"/>
                </a:lnTo>
                <a:lnTo>
                  <a:pt x="3355" y="467"/>
                </a:lnTo>
                <a:lnTo>
                  <a:pt x="3344" y="467"/>
                </a:lnTo>
                <a:lnTo>
                  <a:pt x="3343" y="467"/>
                </a:lnTo>
                <a:lnTo>
                  <a:pt x="3332" y="466"/>
                </a:lnTo>
                <a:lnTo>
                  <a:pt x="3332" y="466"/>
                </a:lnTo>
                <a:lnTo>
                  <a:pt x="3321" y="464"/>
                </a:lnTo>
                <a:lnTo>
                  <a:pt x="3321" y="464"/>
                </a:lnTo>
                <a:lnTo>
                  <a:pt x="3311" y="461"/>
                </a:lnTo>
                <a:lnTo>
                  <a:pt x="3310" y="461"/>
                </a:lnTo>
                <a:lnTo>
                  <a:pt x="3301" y="457"/>
                </a:lnTo>
                <a:lnTo>
                  <a:pt x="3300" y="458"/>
                </a:lnTo>
                <a:lnTo>
                  <a:pt x="3292" y="453"/>
                </a:lnTo>
                <a:lnTo>
                  <a:pt x="3291" y="453"/>
                </a:lnTo>
                <a:lnTo>
                  <a:pt x="3283" y="448"/>
                </a:lnTo>
                <a:lnTo>
                  <a:pt x="3283" y="448"/>
                </a:lnTo>
                <a:lnTo>
                  <a:pt x="3275" y="442"/>
                </a:lnTo>
                <a:lnTo>
                  <a:pt x="3275" y="442"/>
                </a:lnTo>
                <a:lnTo>
                  <a:pt x="3268" y="435"/>
                </a:lnTo>
                <a:lnTo>
                  <a:pt x="3268" y="435"/>
                </a:lnTo>
                <a:lnTo>
                  <a:pt x="3261" y="427"/>
                </a:lnTo>
                <a:lnTo>
                  <a:pt x="3261" y="427"/>
                </a:lnTo>
                <a:lnTo>
                  <a:pt x="3255" y="419"/>
                </a:lnTo>
                <a:lnTo>
                  <a:pt x="3255" y="418"/>
                </a:lnTo>
                <a:lnTo>
                  <a:pt x="3250" y="409"/>
                </a:lnTo>
                <a:lnTo>
                  <a:pt x="3250" y="408"/>
                </a:lnTo>
                <a:lnTo>
                  <a:pt x="3246" y="398"/>
                </a:lnTo>
                <a:lnTo>
                  <a:pt x="3245" y="398"/>
                </a:lnTo>
                <a:lnTo>
                  <a:pt x="3242" y="387"/>
                </a:lnTo>
                <a:lnTo>
                  <a:pt x="3242" y="387"/>
                </a:lnTo>
                <a:lnTo>
                  <a:pt x="3238" y="375"/>
                </a:lnTo>
                <a:lnTo>
                  <a:pt x="3238" y="375"/>
                </a:lnTo>
                <a:lnTo>
                  <a:pt x="3235" y="362"/>
                </a:lnTo>
                <a:lnTo>
                  <a:pt x="3242" y="367"/>
                </a:lnTo>
                <a:lnTo>
                  <a:pt x="3138" y="377"/>
                </a:lnTo>
                <a:close/>
                <a:moveTo>
                  <a:pt x="4126" y="374"/>
                </a:moveTo>
                <a:lnTo>
                  <a:pt x="4127" y="375"/>
                </a:lnTo>
                <a:lnTo>
                  <a:pt x="4129" y="376"/>
                </a:lnTo>
                <a:lnTo>
                  <a:pt x="4130" y="378"/>
                </a:lnTo>
                <a:lnTo>
                  <a:pt x="4130" y="380"/>
                </a:lnTo>
                <a:lnTo>
                  <a:pt x="4130" y="382"/>
                </a:lnTo>
                <a:lnTo>
                  <a:pt x="4123" y="403"/>
                </a:lnTo>
                <a:lnTo>
                  <a:pt x="4123" y="403"/>
                </a:lnTo>
                <a:lnTo>
                  <a:pt x="4116" y="422"/>
                </a:lnTo>
                <a:lnTo>
                  <a:pt x="4116" y="423"/>
                </a:lnTo>
                <a:lnTo>
                  <a:pt x="4107" y="441"/>
                </a:lnTo>
                <a:lnTo>
                  <a:pt x="4107" y="441"/>
                </a:lnTo>
                <a:lnTo>
                  <a:pt x="4098" y="458"/>
                </a:lnTo>
                <a:lnTo>
                  <a:pt x="4097" y="459"/>
                </a:lnTo>
                <a:lnTo>
                  <a:pt x="4087" y="474"/>
                </a:lnTo>
                <a:lnTo>
                  <a:pt x="4087" y="474"/>
                </a:lnTo>
                <a:lnTo>
                  <a:pt x="4081" y="481"/>
                </a:lnTo>
                <a:lnTo>
                  <a:pt x="4081" y="482"/>
                </a:lnTo>
                <a:lnTo>
                  <a:pt x="4075" y="488"/>
                </a:lnTo>
                <a:lnTo>
                  <a:pt x="4075" y="489"/>
                </a:lnTo>
                <a:lnTo>
                  <a:pt x="4069" y="495"/>
                </a:lnTo>
                <a:lnTo>
                  <a:pt x="4069" y="495"/>
                </a:lnTo>
                <a:lnTo>
                  <a:pt x="4063" y="501"/>
                </a:lnTo>
                <a:lnTo>
                  <a:pt x="4063" y="501"/>
                </a:lnTo>
                <a:lnTo>
                  <a:pt x="4056" y="507"/>
                </a:lnTo>
                <a:lnTo>
                  <a:pt x="4056" y="507"/>
                </a:lnTo>
                <a:lnTo>
                  <a:pt x="4049" y="513"/>
                </a:lnTo>
                <a:lnTo>
                  <a:pt x="4049" y="513"/>
                </a:lnTo>
                <a:lnTo>
                  <a:pt x="4042" y="518"/>
                </a:lnTo>
                <a:lnTo>
                  <a:pt x="4042" y="518"/>
                </a:lnTo>
                <a:lnTo>
                  <a:pt x="4035" y="523"/>
                </a:lnTo>
                <a:lnTo>
                  <a:pt x="4034" y="523"/>
                </a:lnTo>
                <a:lnTo>
                  <a:pt x="4027" y="528"/>
                </a:lnTo>
                <a:lnTo>
                  <a:pt x="4027" y="528"/>
                </a:lnTo>
                <a:lnTo>
                  <a:pt x="4019" y="532"/>
                </a:lnTo>
                <a:lnTo>
                  <a:pt x="4019" y="532"/>
                </a:lnTo>
                <a:lnTo>
                  <a:pt x="4011" y="536"/>
                </a:lnTo>
                <a:lnTo>
                  <a:pt x="4010" y="536"/>
                </a:lnTo>
                <a:lnTo>
                  <a:pt x="4002" y="539"/>
                </a:lnTo>
                <a:lnTo>
                  <a:pt x="4002" y="540"/>
                </a:lnTo>
                <a:lnTo>
                  <a:pt x="3994" y="543"/>
                </a:lnTo>
                <a:lnTo>
                  <a:pt x="3993" y="543"/>
                </a:lnTo>
                <a:lnTo>
                  <a:pt x="3985" y="546"/>
                </a:lnTo>
                <a:lnTo>
                  <a:pt x="3984" y="546"/>
                </a:lnTo>
                <a:lnTo>
                  <a:pt x="3976" y="548"/>
                </a:lnTo>
                <a:lnTo>
                  <a:pt x="3975" y="548"/>
                </a:lnTo>
                <a:lnTo>
                  <a:pt x="3966" y="550"/>
                </a:lnTo>
                <a:lnTo>
                  <a:pt x="3966" y="550"/>
                </a:lnTo>
                <a:lnTo>
                  <a:pt x="3957" y="552"/>
                </a:lnTo>
                <a:lnTo>
                  <a:pt x="3956" y="552"/>
                </a:lnTo>
                <a:lnTo>
                  <a:pt x="3947" y="553"/>
                </a:lnTo>
                <a:lnTo>
                  <a:pt x="3947" y="553"/>
                </a:lnTo>
                <a:lnTo>
                  <a:pt x="3937" y="555"/>
                </a:lnTo>
                <a:lnTo>
                  <a:pt x="3937" y="555"/>
                </a:lnTo>
                <a:lnTo>
                  <a:pt x="3927" y="555"/>
                </a:lnTo>
                <a:lnTo>
                  <a:pt x="3927" y="555"/>
                </a:lnTo>
                <a:lnTo>
                  <a:pt x="3916" y="556"/>
                </a:lnTo>
                <a:lnTo>
                  <a:pt x="3916" y="556"/>
                </a:lnTo>
                <a:lnTo>
                  <a:pt x="3906" y="556"/>
                </a:lnTo>
                <a:lnTo>
                  <a:pt x="3906" y="556"/>
                </a:lnTo>
                <a:lnTo>
                  <a:pt x="3893" y="556"/>
                </a:lnTo>
                <a:lnTo>
                  <a:pt x="3892" y="556"/>
                </a:lnTo>
                <a:lnTo>
                  <a:pt x="3880" y="555"/>
                </a:lnTo>
                <a:lnTo>
                  <a:pt x="3879" y="555"/>
                </a:lnTo>
                <a:lnTo>
                  <a:pt x="3867" y="553"/>
                </a:lnTo>
                <a:lnTo>
                  <a:pt x="3867" y="553"/>
                </a:lnTo>
                <a:lnTo>
                  <a:pt x="3855" y="552"/>
                </a:lnTo>
                <a:lnTo>
                  <a:pt x="3855" y="552"/>
                </a:lnTo>
                <a:lnTo>
                  <a:pt x="3843" y="549"/>
                </a:lnTo>
                <a:lnTo>
                  <a:pt x="3842" y="549"/>
                </a:lnTo>
                <a:lnTo>
                  <a:pt x="3831" y="546"/>
                </a:lnTo>
                <a:lnTo>
                  <a:pt x="3831" y="546"/>
                </a:lnTo>
                <a:lnTo>
                  <a:pt x="3819" y="542"/>
                </a:lnTo>
                <a:lnTo>
                  <a:pt x="3819" y="542"/>
                </a:lnTo>
                <a:lnTo>
                  <a:pt x="3808" y="538"/>
                </a:lnTo>
                <a:lnTo>
                  <a:pt x="3808" y="538"/>
                </a:lnTo>
                <a:lnTo>
                  <a:pt x="3797" y="533"/>
                </a:lnTo>
                <a:lnTo>
                  <a:pt x="3797" y="533"/>
                </a:lnTo>
                <a:lnTo>
                  <a:pt x="3786" y="527"/>
                </a:lnTo>
                <a:lnTo>
                  <a:pt x="3786" y="527"/>
                </a:lnTo>
                <a:lnTo>
                  <a:pt x="3776" y="521"/>
                </a:lnTo>
                <a:lnTo>
                  <a:pt x="3776" y="521"/>
                </a:lnTo>
                <a:lnTo>
                  <a:pt x="3766" y="515"/>
                </a:lnTo>
                <a:lnTo>
                  <a:pt x="3766" y="515"/>
                </a:lnTo>
                <a:lnTo>
                  <a:pt x="3756" y="508"/>
                </a:lnTo>
                <a:lnTo>
                  <a:pt x="3756" y="507"/>
                </a:lnTo>
                <a:lnTo>
                  <a:pt x="3747" y="500"/>
                </a:lnTo>
                <a:lnTo>
                  <a:pt x="3747" y="500"/>
                </a:lnTo>
                <a:lnTo>
                  <a:pt x="3738" y="492"/>
                </a:lnTo>
                <a:lnTo>
                  <a:pt x="3738" y="492"/>
                </a:lnTo>
                <a:lnTo>
                  <a:pt x="3729" y="483"/>
                </a:lnTo>
                <a:lnTo>
                  <a:pt x="3729" y="483"/>
                </a:lnTo>
                <a:lnTo>
                  <a:pt x="3721" y="474"/>
                </a:lnTo>
                <a:lnTo>
                  <a:pt x="3721" y="473"/>
                </a:lnTo>
                <a:lnTo>
                  <a:pt x="3713" y="464"/>
                </a:lnTo>
                <a:lnTo>
                  <a:pt x="3713" y="463"/>
                </a:lnTo>
                <a:lnTo>
                  <a:pt x="3706" y="453"/>
                </a:lnTo>
                <a:lnTo>
                  <a:pt x="3706" y="453"/>
                </a:lnTo>
                <a:lnTo>
                  <a:pt x="3699" y="443"/>
                </a:lnTo>
                <a:lnTo>
                  <a:pt x="3699" y="442"/>
                </a:lnTo>
                <a:lnTo>
                  <a:pt x="3693" y="432"/>
                </a:lnTo>
                <a:lnTo>
                  <a:pt x="3693" y="431"/>
                </a:lnTo>
                <a:lnTo>
                  <a:pt x="3687" y="420"/>
                </a:lnTo>
                <a:lnTo>
                  <a:pt x="3687" y="420"/>
                </a:lnTo>
                <a:lnTo>
                  <a:pt x="3682" y="408"/>
                </a:lnTo>
                <a:lnTo>
                  <a:pt x="3682" y="408"/>
                </a:lnTo>
                <a:lnTo>
                  <a:pt x="3677" y="396"/>
                </a:lnTo>
                <a:lnTo>
                  <a:pt x="3677" y="396"/>
                </a:lnTo>
                <a:lnTo>
                  <a:pt x="3673" y="383"/>
                </a:lnTo>
                <a:lnTo>
                  <a:pt x="3673" y="383"/>
                </a:lnTo>
                <a:lnTo>
                  <a:pt x="3669" y="370"/>
                </a:lnTo>
                <a:lnTo>
                  <a:pt x="3669" y="370"/>
                </a:lnTo>
                <a:lnTo>
                  <a:pt x="3667" y="356"/>
                </a:lnTo>
                <a:lnTo>
                  <a:pt x="3667" y="356"/>
                </a:lnTo>
                <a:lnTo>
                  <a:pt x="3664" y="342"/>
                </a:lnTo>
                <a:lnTo>
                  <a:pt x="3664" y="342"/>
                </a:lnTo>
                <a:lnTo>
                  <a:pt x="3662" y="328"/>
                </a:lnTo>
                <a:lnTo>
                  <a:pt x="3662" y="328"/>
                </a:lnTo>
                <a:lnTo>
                  <a:pt x="3661" y="313"/>
                </a:lnTo>
                <a:lnTo>
                  <a:pt x="3661" y="313"/>
                </a:lnTo>
                <a:lnTo>
                  <a:pt x="3660" y="298"/>
                </a:lnTo>
                <a:lnTo>
                  <a:pt x="3660" y="298"/>
                </a:lnTo>
                <a:lnTo>
                  <a:pt x="3660" y="283"/>
                </a:lnTo>
                <a:lnTo>
                  <a:pt x="3660" y="282"/>
                </a:lnTo>
                <a:lnTo>
                  <a:pt x="3660" y="266"/>
                </a:lnTo>
                <a:lnTo>
                  <a:pt x="3660" y="266"/>
                </a:lnTo>
                <a:lnTo>
                  <a:pt x="3661" y="250"/>
                </a:lnTo>
                <a:lnTo>
                  <a:pt x="3661" y="250"/>
                </a:lnTo>
                <a:lnTo>
                  <a:pt x="3662" y="235"/>
                </a:lnTo>
                <a:lnTo>
                  <a:pt x="3662" y="235"/>
                </a:lnTo>
                <a:lnTo>
                  <a:pt x="3664" y="220"/>
                </a:lnTo>
                <a:lnTo>
                  <a:pt x="3664" y="220"/>
                </a:lnTo>
                <a:lnTo>
                  <a:pt x="3667" y="205"/>
                </a:lnTo>
                <a:lnTo>
                  <a:pt x="3667" y="205"/>
                </a:lnTo>
                <a:lnTo>
                  <a:pt x="3669" y="191"/>
                </a:lnTo>
                <a:lnTo>
                  <a:pt x="3669" y="191"/>
                </a:lnTo>
                <a:lnTo>
                  <a:pt x="3673" y="177"/>
                </a:lnTo>
                <a:lnTo>
                  <a:pt x="3673" y="177"/>
                </a:lnTo>
                <a:lnTo>
                  <a:pt x="3677" y="164"/>
                </a:lnTo>
                <a:lnTo>
                  <a:pt x="3677" y="164"/>
                </a:lnTo>
                <a:lnTo>
                  <a:pt x="3681" y="151"/>
                </a:lnTo>
                <a:lnTo>
                  <a:pt x="3682" y="151"/>
                </a:lnTo>
                <a:lnTo>
                  <a:pt x="3687" y="139"/>
                </a:lnTo>
                <a:lnTo>
                  <a:pt x="3687" y="138"/>
                </a:lnTo>
                <a:lnTo>
                  <a:pt x="3692" y="127"/>
                </a:lnTo>
                <a:lnTo>
                  <a:pt x="3693" y="126"/>
                </a:lnTo>
                <a:lnTo>
                  <a:pt x="3699" y="115"/>
                </a:lnTo>
                <a:lnTo>
                  <a:pt x="3699" y="115"/>
                </a:lnTo>
                <a:lnTo>
                  <a:pt x="3705" y="104"/>
                </a:lnTo>
                <a:lnTo>
                  <a:pt x="3706" y="104"/>
                </a:lnTo>
                <a:lnTo>
                  <a:pt x="3713" y="94"/>
                </a:lnTo>
                <a:lnTo>
                  <a:pt x="3713" y="94"/>
                </a:lnTo>
                <a:lnTo>
                  <a:pt x="3721" y="84"/>
                </a:lnTo>
                <a:lnTo>
                  <a:pt x="3721" y="83"/>
                </a:lnTo>
                <a:lnTo>
                  <a:pt x="3729" y="74"/>
                </a:lnTo>
                <a:lnTo>
                  <a:pt x="3729" y="74"/>
                </a:lnTo>
                <a:lnTo>
                  <a:pt x="3738" y="65"/>
                </a:lnTo>
                <a:lnTo>
                  <a:pt x="3738" y="65"/>
                </a:lnTo>
                <a:lnTo>
                  <a:pt x="3747" y="57"/>
                </a:lnTo>
                <a:lnTo>
                  <a:pt x="3747" y="57"/>
                </a:lnTo>
                <a:lnTo>
                  <a:pt x="3757" y="49"/>
                </a:lnTo>
                <a:lnTo>
                  <a:pt x="3757" y="49"/>
                </a:lnTo>
                <a:lnTo>
                  <a:pt x="3767" y="42"/>
                </a:lnTo>
                <a:lnTo>
                  <a:pt x="3767" y="42"/>
                </a:lnTo>
                <a:lnTo>
                  <a:pt x="3777" y="35"/>
                </a:lnTo>
                <a:lnTo>
                  <a:pt x="3777" y="35"/>
                </a:lnTo>
                <a:lnTo>
                  <a:pt x="3787" y="29"/>
                </a:lnTo>
                <a:lnTo>
                  <a:pt x="3788" y="29"/>
                </a:lnTo>
                <a:lnTo>
                  <a:pt x="3798" y="23"/>
                </a:lnTo>
                <a:lnTo>
                  <a:pt x="3799" y="23"/>
                </a:lnTo>
                <a:lnTo>
                  <a:pt x="3810" y="18"/>
                </a:lnTo>
                <a:lnTo>
                  <a:pt x="3810" y="18"/>
                </a:lnTo>
                <a:lnTo>
                  <a:pt x="3821" y="14"/>
                </a:lnTo>
                <a:lnTo>
                  <a:pt x="3822" y="14"/>
                </a:lnTo>
                <a:lnTo>
                  <a:pt x="3833" y="10"/>
                </a:lnTo>
                <a:lnTo>
                  <a:pt x="3834" y="10"/>
                </a:lnTo>
                <a:lnTo>
                  <a:pt x="3846" y="7"/>
                </a:lnTo>
                <a:lnTo>
                  <a:pt x="3846" y="7"/>
                </a:lnTo>
                <a:lnTo>
                  <a:pt x="3858" y="4"/>
                </a:lnTo>
                <a:lnTo>
                  <a:pt x="3858" y="4"/>
                </a:lnTo>
                <a:lnTo>
                  <a:pt x="3871" y="2"/>
                </a:lnTo>
                <a:lnTo>
                  <a:pt x="3871" y="2"/>
                </a:lnTo>
                <a:lnTo>
                  <a:pt x="3884" y="1"/>
                </a:lnTo>
                <a:lnTo>
                  <a:pt x="3885" y="1"/>
                </a:lnTo>
                <a:lnTo>
                  <a:pt x="3898" y="0"/>
                </a:lnTo>
                <a:lnTo>
                  <a:pt x="3898" y="0"/>
                </a:lnTo>
                <a:lnTo>
                  <a:pt x="3912" y="0"/>
                </a:lnTo>
                <a:lnTo>
                  <a:pt x="3912" y="0"/>
                </a:lnTo>
                <a:lnTo>
                  <a:pt x="3924" y="0"/>
                </a:lnTo>
                <a:lnTo>
                  <a:pt x="3924" y="0"/>
                </a:lnTo>
                <a:lnTo>
                  <a:pt x="3936" y="1"/>
                </a:lnTo>
                <a:lnTo>
                  <a:pt x="3936" y="1"/>
                </a:lnTo>
                <a:lnTo>
                  <a:pt x="3947" y="2"/>
                </a:lnTo>
                <a:lnTo>
                  <a:pt x="3948" y="2"/>
                </a:lnTo>
                <a:lnTo>
                  <a:pt x="3959" y="3"/>
                </a:lnTo>
                <a:lnTo>
                  <a:pt x="3959" y="3"/>
                </a:lnTo>
                <a:lnTo>
                  <a:pt x="3970" y="5"/>
                </a:lnTo>
                <a:lnTo>
                  <a:pt x="3970" y="5"/>
                </a:lnTo>
                <a:lnTo>
                  <a:pt x="3981" y="8"/>
                </a:lnTo>
                <a:lnTo>
                  <a:pt x="3981" y="8"/>
                </a:lnTo>
                <a:lnTo>
                  <a:pt x="3991" y="11"/>
                </a:lnTo>
                <a:lnTo>
                  <a:pt x="3992" y="11"/>
                </a:lnTo>
                <a:lnTo>
                  <a:pt x="4002" y="14"/>
                </a:lnTo>
                <a:lnTo>
                  <a:pt x="4002" y="14"/>
                </a:lnTo>
                <a:lnTo>
                  <a:pt x="4011" y="18"/>
                </a:lnTo>
                <a:lnTo>
                  <a:pt x="4012" y="18"/>
                </a:lnTo>
                <a:lnTo>
                  <a:pt x="4021" y="22"/>
                </a:lnTo>
                <a:lnTo>
                  <a:pt x="4021" y="22"/>
                </a:lnTo>
                <a:lnTo>
                  <a:pt x="4030" y="27"/>
                </a:lnTo>
                <a:lnTo>
                  <a:pt x="4031" y="27"/>
                </a:lnTo>
                <a:lnTo>
                  <a:pt x="4040" y="32"/>
                </a:lnTo>
                <a:lnTo>
                  <a:pt x="4040" y="33"/>
                </a:lnTo>
                <a:lnTo>
                  <a:pt x="4048" y="38"/>
                </a:lnTo>
                <a:lnTo>
                  <a:pt x="4049" y="38"/>
                </a:lnTo>
                <a:lnTo>
                  <a:pt x="4057" y="44"/>
                </a:lnTo>
                <a:lnTo>
                  <a:pt x="4057" y="45"/>
                </a:lnTo>
                <a:lnTo>
                  <a:pt x="4065" y="52"/>
                </a:lnTo>
                <a:lnTo>
                  <a:pt x="4065" y="52"/>
                </a:lnTo>
                <a:lnTo>
                  <a:pt x="4072" y="59"/>
                </a:lnTo>
                <a:lnTo>
                  <a:pt x="4073" y="59"/>
                </a:lnTo>
                <a:lnTo>
                  <a:pt x="4081" y="68"/>
                </a:lnTo>
                <a:lnTo>
                  <a:pt x="4082" y="68"/>
                </a:lnTo>
                <a:lnTo>
                  <a:pt x="4090" y="78"/>
                </a:lnTo>
                <a:lnTo>
                  <a:pt x="4090" y="78"/>
                </a:lnTo>
                <a:lnTo>
                  <a:pt x="4098" y="89"/>
                </a:lnTo>
                <a:lnTo>
                  <a:pt x="4098" y="89"/>
                </a:lnTo>
                <a:lnTo>
                  <a:pt x="4105" y="101"/>
                </a:lnTo>
                <a:lnTo>
                  <a:pt x="4105" y="101"/>
                </a:lnTo>
                <a:lnTo>
                  <a:pt x="4112" y="114"/>
                </a:lnTo>
                <a:lnTo>
                  <a:pt x="4112" y="114"/>
                </a:lnTo>
                <a:lnTo>
                  <a:pt x="4118" y="127"/>
                </a:lnTo>
                <a:lnTo>
                  <a:pt x="4118" y="128"/>
                </a:lnTo>
                <a:lnTo>
                  <a:pt x="4123" y="142"/>
                </a:lnTo>
                <a:lnTo>
                  <a:pt x="4123" y="142"/>
                </a:lnTo>
                <a:lnTo>
                  <a:pt x="4128" y="158"/>
                </a:lnTo>
                <a:lnTo>
                  <a:pt x="4128" y="159"/>
                </a:lnTo>
                <a:lnTo>
                  <a:pt x="4128" y="161"/>
                </a:lnTo>
                <a:lnTo>
                  <a:pt x="4127" y="163"/>
                </a:lnTo>
                <a:lnTo>
                  <a:pt x="4126" y="164"/>
                </a:lnTo>
                <a:lnTo>
                  <a:pt x="4124" y="165"/>
                </a:lnTo>
                <a:lnTo>
                  <a:pt x="4019" y="190"/>
                </a:lnTo>
                <a:lnTo>
                  <a:pt x="4017" y="190"/>
                </a:lnTo>
                <a:lnTo>
                  <a:pt x="4016" y="190"/>
                </a:lnTo>
                <a:lnTo>
                  <a:pt x="4014" y="189"/>
                </a:lnTo>
                <a:lnTo>
                  <a:pt x="4013" y="188"/>
                </a:lnTo>
                <a:lnTo>
                  <a:pt x="4012" y="186"/>
                </a:lnTo>
                <a:lnTo>
                  <a:pt x="4010" y="176"/>
                </a:lnTo>
                <a:lnTo>
                  <a:pt x="4010" y="176"/>
                </a:lnTo>
                <a:lnTo>
                  <a:pt x="4006" y="167"/>
                </a:lnTo>
                <a:lnTo>
                  <a:pt x="4007" y="167"/>
                </a:lnTo>
                <a:lnTo>
                  <a:pt x="4003" y="159"/>
                </a:lnTo>
                <a:lnTo>
                  <a:pt x="4003" y="159"/>
                </a:lnTo>
                <a:lnTo>
                  <a:pt x="3998" y="151"/>
                </a:lnTo>
                <a:lnTo>
                  <a:pt x="3999" y="151"/>
                </a:lnTo>
                <a:lnTo>
                  <a:pt x="3993" y="143"/>
                </a:lnTo>
                <a:lnTo>
                  <a:pt x="3994" y="144"/>
                </a:lnTo>
                <a:lnTo>
                  <a:pt x="3988" y="137"/>
                </a:lnTo>
                <a:lnTo>
                  <a:pt x="3988" y="137"/>
                </a:lnTo>
                <a:lnTo>
                  <a:pt x="3982" y="130"/>
                </a:lnTo>
                <a:lnTo>
                  <a:pt x="3982" y="131"/>
                </a:lnTo>
                <a:lnTo>
                  <a:pt x="3975" y="125"/>
                </a:lnTo>
                <a:lnTo>
                  <a:pt x="3975" y="125"/>
                </a:lnTo>
                <a:lnTo>
                  <a:pt x="3968" y="120"/>
                </a:lnTo>
                <a:lnTo>
                  <a:pt x="3968" y="120"/>
                </a:lnTo>
                <a:lnTo>
                  <a:pt x="3960" y="115"/>
                </a:lnTo>
                <a:lnTo>
                  <a:pt x="3961" y="115"/>
                </a:lnTo>
                <a:lnTo>
                  <a:pt x="3952" y="111"/>
                </a:lnTo>
                <a:lnTo>
                  <a:pt x="3953" y="112"/>
                </a:lnTo>
                <a:lnTo>
                  <a:pt x="3944" y="108"/>
                </a:lnTo>
                <a:lnTo>
                  <a:pt x="3944" y="108"/>
                </a:lnTo>
                <a:lnTo>
                  <a:pt x="3935" y="106"/>
                </a:lnTo>
                <a:lnTo>
                  <a:pt x="3936" y="106"/>
                </a:lnTo>
                <a:lnTo>
                  <a:pt x="3926" y="104"/>
                </a:lnTo>
                <a:lnTo>
                  <a:pt x="3926" y="104"/>
                </a:lnTo>
                <a:lnTo>
                  <a:pt x="3916" y="103"/>
                </a:lnTo>
                <a:lnTo>
                  <a:pt x="3917" y="103"/>
                </a:lnTo>
                <a:lnTo>
                  <a:pt x="3906" y="103"/>
                </a:lnTo>
                <a:lnTo>
                  <a:pt x="3907" y="103"/>
                </a:lnTo>
                <a:lnTo>
                  <a:pt x="3900" y="103"/>
                </a:lnTo>
                <a:lnTo>
                  <a:pt x="3900" y="103"/>
                </a:lnTo>
                <a:lnTo>
                  <a:pt x="3893" y="103"/>
                </a:lnTo>
                <a:lnTo>
                  <a:pt x="3893" y="103"/>
                </a:lnTo>
                <a:lnTo>
                  <a:pt x="3886" y="104"/>
                </a:lnTo>
                <a:lnTo>
                  <a:pt x="3887" y="104"/>
                </a:lnTo>
                <a:lnTo>
                  <a:pt x="3880" y="105"/>
                </a:lnTo>
                <a:lnTo>
                  <a:pt x="3880" y="105"/>
                </a:lnTo>
                <a:lnTo>
                  <a:pt x="3873" y="107"/>
                </a:lnTo>
                <a:lnTo>
                  <a:pt x="3874" y="107"/>
                </a:lnTo>
                <a:lnTo>
                  <a:pt x="3867" y="109"/>
                </a:lnTo>
                <a:lnTo>
                  <a:pt x="3868" y="108"/>
                </a:lnTo>
                <a:lnTo>
                  <a:pt x="3856" y="113"/>
                </a:lnTo>
                <a:lnTo>
                  <a:pt x="3856" y="113"/>
                </a:lnTo>
                <a:lnTo>
                  <a:pt x="3845" y="119"/>
                </a:lnTo>
                <a:lnTo>
                  <a:pt x="3845" y="118"/>
                </a:lnTo>
                <a:lnTo>
                  <a:pt x="3835" y="125"/>
                </a:lnTo>
                <a:lnTo>
                  <a:pt x="3835" y="125"/>
                </a:lnTo>
                <a:lnTo>
                  <a:pt x="3825" y="134"/>
                </a:lnTo>
                <a:lnTo>
                  <a:pt x="3825" y="133"/>
                </a:lnTo>
                <a:lnTo>
                  <a:pt x="3816" y="143"/>
                </a:lnTo>
                <a:lnTo>
                  <a:pt x="3816" y="143"/>
                </a:lnTo>
                <a:lnTo>
                  <a:pt x="3812" y="148"/>
                </a:lnTo>
                <a:lnTo>
                  <a:pt x="3812" y="148"/>
                </a:lnTo>
                <a:lnTo>
                  <a:pt x="3808" y="154"/>
                </a:lnTo>
                <a:lnTo>
                  <a:pt x="3808" y="153"/>
                </a:lnTo>
                <a:lnTo>
                  <a:pt x="3804" y="160"/>
                </a:lnTo>
                <a:lnTo>
                  <a:pt x="3804" y="159"/>
                </a:lnTo>
                <a:lnTo>
                  <a:pt x="3801" y="166"/>
                </a:lnTo>
                <a:lnTo>
                  <a:pt x="3801" y="166"/>
                </a:lnTo>
                <a:lnTo>
                  <a:pt x="3798" y="173"/>
                </a:lnTo>
                <a:lnTo>
                  <a:pt x="3798" y="173"/>
                </a:lnTo>
                <a:lnTo>
                  <a:pt x="3795" y="180"/>
                </a:lnTo>
                <a:lnTo>
                  <a:pt x="3795" y="180"/>
                </a:lnTo>
                <a:lnTo>
                  <a:pt x="3792" y="188"/>
                </a:lnTo>
                <a:lnTo>
                  <a:pt x="3792" y="187"/>
                </a:lnTo>
                <a:lnTo>
                  <a:pt x="3790" y="196"/>
                </a:lnTo>
                <a:lnTo>
                  <a:pt x="3790" y="195"/>
                </a:lnTo>
                <a:lnTo>
                  <a:pt x="3788" y="204"/>
                </a:lnTo>
                <a:lnTo>
                  <a:pt x="3788" y="204"/>
                </a:lnTo>
                <a:lnTo>
                  <a:pt x="3786" y="213"/>
                </a:lnTo>
                <a:lnTo>
                  <a:pt x="3786" y="213"/>
                </a:lnTo>
                <a:lnTo>
                  <a:pt x="3784" y="222"/>
                </a:lnTo>
                <a:lnTo>
                  <a:pt x="3784" y="222"/>
                </a:lnTo>
                <a:lnTo>
                  <a:pt x="3783" y="232"/>
                </a:lnTo>
                <a:lnTo>
                  <a:pt x="3783" y="232"/>
                </a:lnTo>
                <a:lnTo>
                  <a:pt x="3782" y="242"/>
                </a:lnTo>
                <a:lnTo>
                  <a:pt x="3782" y="242"/>
                </a:lnTo>
                <a:lnTo>
                  <a:pt x="3781" y="253"/>
                </a:lnTo>
                <a:lnTo>
                  <a:pt x="3781" y="253"/>
                </a:lnTo>
                <a:lnTo>
                  <a:pt x="3781" y="264"/>
                </a:lnTo>
                <a:lnTo>
                  <a:pt x="3781" y="264"/>
                </a:lnTo>
                <a:lnTo>
                  <a:pt x="3781" y="275"/>
                </a:lnTo>
                <a:lnTo>
                  <a:pt x="3781" y="275"/>
                </a:lnTo>
                <a:lnTo>
                  <a:pt x="3781" y="299"/>
                </a:lnTo>
                <a:lnTo>
                  <a:pt x="3781" y="299"/>
                </a:lnTo>
                <a:lnTo>
                  <a:pt x="3782" y="310"/>
                </a:lnTo>
                <a:lnTo>
                  <a:pt x="3782" y="310"/>
                </a:lnTo>
                <a:lnTo>
                  <a:pt x="3783" y="321"/>
                </a:lnTo>
                <a:lnTo>
                  <a:pt x="3783" y="321"/>
                </a:lnTo>
                <a:lnTo>
                  <a:pt x="3784" y="332"/>
                </a:lnTo>
                <a:lnTo>
                  <a:pt x="3784" y="331"/>
                </a:lnTo>
                <a:lnTo>
                  <a:pt x="3786" y="341"/>
                </a:lnTo>
                <a:lnTo>
                  <a:pt x="3786" y="341"/>
                </a:lnTo>
                <a:lnTo>
                  <a:pt x="3788" y="351"/>
                </a:lnTo>
                <a:lnTo>
                  <a:pt x="3788" y="351"/>
                </a:lnTo>
                <a:lnTo>
                  <a:pt x="3790" y="360"/>
                </a:lnTo>
                <a:lnTo>
                  <a:pt x="3790" y="360"/>
                </a:lnTo>
                <a:lnTo>
                  <a:pt x="3792" y="368"/>
                </a:lnTo>
                <a:lnTo>
                  <a:pt x="3792" y="368"/>
                </a:lnTo>
                <a:lnTo>
                  <a:pt x="3795" y="376"/>
                </a:lnTo>
                <a:lnTo>
                  <a:pt x="3795" y="376"/>
                </a:lnTo>
                <a:lnTo>
                  <a:pt x="3798" y="384"/>
                </a:lnTo>
                <a:lnTo>
                  <a:pt x="3798" y="383"/>
                </a:lnTo>
                <a:lnTo>
                  <a:pt x="3801" y="391"/>
                </a:lnTo>
                <a:lnTo>
                  <a:pt x="3801" y="391"/>
                </a:lnTo>
                <a:lnTo>
                  <a:pt x="3804" y="397"/>
                </a:lnTo>
                <a:lnTo>
                  <a:pt x="3804" y="397"/>
                </a:lnTo>
                <a:lnTo>
                  <a:pt x="3808" y="404"/>
                </a:lnTo>
                <a:lnTo>
                  <a:pt x="3807" y="403"/>
                </a:lnTo>
                <a:lnTo>
                  <a:pt x="3811" y="409"/>
                </a:lnTo>
                <a:lnTo>
                  <a:pt x="3811" y="409"/>
                </a:lnTo>
                <a:lnTo>
                  <a:pt x="3816" y="414"/>
                </a:lnTo>
                <a:lnTo>
                  <a:pt x="3815" y="414"/>
                </a:lnTo>
                <a:lnTo>
                  <a:pt x="3825" y="424"/>
                </a:lnTo>
                <a:lnTo>
                  <a:pt x="3824" y="423"/>
                </a:lnTo>
                <a:lnTo>
                  <a:pt x="3834" y="432"/>
                </a:lnTo>
                <a:lnTo>
                  <a:pt x="3834" y="432"/>
                </a:lnTo>
                <a:lnTo>
                  <a:pt x="3844" y="439"/>
                </a:lnTo>
                <a:lnTo>
                  <a:pt x="3844" y="439"/>
                </a:lnTo>
                <a:lnTo>
                  <a:pt x="3855" y="445"/>
                </a:lnTo>
                <a:lnTo>
                  <a:pt x="3854" y="444"/>
                </a:lnTo>
                <a:lnTo>
                  <a:pt x="3866" y="449"/>
                </a:lnTo>
                <a:lnTo>
                  <a:pt x="3866" y="449"/>
                </a:lnTo>
                <a:lnTo>
                  <a:pt x="3872" y="451"/>
                </a:lnTo>
                <a:lnTo>
                  <a:pt x="3872" y="450"/>
                </a:lnTo>
                <a:lnTo>
                  <a:pt x="3878" y="452"/>
                </a:lnTo>
                <a:lnTo>
                  <a:pt x="3878" y="452"/>
                </a:lnTo>
                <a:lnTo>
                  <a:pt x="3885" y="453"/>
                </a:lnTo>
                <a:lnTo>
                  <a:pt x="3884" y="453"/>
                </a:lnTo>
                <a:lnTo>
                  <a:pt x="3891" y="454"/>
                </a:lnTo>
                <a:lnTo>
                  <a:pt x="3891" y="454"/>
                </a:lnTo>
                <a:lnTo>
                  <a:pt x="3898" y="455"/>
                </a:lnTo>
                <a:lnTo>
                  <a:pt x="3897" y="455"/>
                </a:lnTo>
                <a:lnTo>
                  <a:pt x="3904" y="455"/>
                </a:lnTo>
                <a:lnTo>
                  <a:pt x="3904" y="455"/>
                </a:lnTo>
                <a:lnTo>
                  <a:pt x="3914" y="454"/>
                </a:lnTo>
                <a:lnTo>
                  <a:pt x="3914" y="454"/>
                </a:lnTo>
                <a:lnTo>
                  <a:pt x="3924" y="453"/>
                </a:lnTo>
                <a:lnTo>
                  <a:pt x="3924" y="453"/>
                </a:lnTo>
                <a:lnTo>
                  <a:pt x="3933" y="451"/>
                </a:lnTo>
                <a:lnTo>
                  <a:pt x="3933" y="451"/>
                </a:lnTo>
                <a:lnTo>
                  <a:pt x="3942" y="448"/>
                </a:lnTo>
                <a:lnTo>
                  <a:pt x="3942" y="448"/>
                </a:lnTo>
                <a:lnTo>
                  <a:pt x="3950" y="445"/>
                </a:lnTo>
                <a:lnTo>
                  <a:pt x="3950" y="445"/>
                </a:lnTo>
                <a:lnTo>
                  <a:pt x="3959" y="440"/>
                </a:lnTo>
                <a:lnTo>
                  <a:pt x="3958" y="441"/>
                </a:lnTo>
                <a:lnTo>
                  <a:pt x="3966" y="435"/>
                </a:lnTo>
                <a:lnTo>
                  <a:pt x="3966" y="435"/>
                </a:lnTo>
                <a:lnTo>
                  <a:pt x="3974" y="429"/>
                </a:lnTo>
                <a:lnTo>
                  <a:pt x="3973" y="429"/>
                </a:lnTo>
                <a:lnTo>
                  <a:pt x="3980" y="422"/>
                </a:lnTo>
                <a:lnTo>
                  <a:pt x="3980" y="423"/>
                </a:lnTo>
                <a:lnTo>
                  <a:pt x="3987" y="414"/>
                </a:lnTo>
                <a:lnTo>
                  <a:pt x="3986" y="415"/>
                </a:lnTo>
                <a:lnTo>
                  <a:pt x="3993" y="406"/>
                </a:lnTo>
                <a:lnTo>
                  <a:pt x="3992" y="406"/>
                </a:lnTo>
                <a:lnTo>
                  <a:pt x="3998" y="396"/>
                </a:lnTo>
                <a:lnTo>
                  <a:pt x="3998" y="397"/>
                </a:lnTo>
                <a:lnTo>
                  <a:pt x="4003" y="386"/>
                </a:lnTo>
                <a:lnTo>
                  <a:pt x="4003" y="386"/>
                </a:lnTo>
                <a:lnTo>
                  <a:pt x="4008" y="374"/>
                </a:lnTo>
                <a:lnTo>
                  <a:pt x="4008" y="374"/>
                </a:lnTo>
                <a:lnTo>
                  <a:pt x="4012" y="361"/>
                </a:lnTo>
                <a:lnTo>
                  <a:pt x="4012" y="361"/>
                </a:lnTo>
                <a:lnTo>
                  <a:pt x="4015" y="347"/>
                </a:lnTo>
                <a:lnTo>
                  <a:pt x="4016" y="346"/>
                </a:lnTo>
                <a:lnTo>
                  <a:pt x="4017" y="344"/>
                </a:lnTo>
                <a:lnTo>
                  <a:pt x="4019" y="344"/>
                </a:lnTo>
                <a:lnTo>
                  <a:pt x="4021" y="343"/>
                </a:lnTo>
                <a:lnTo>
                  <a:pt x="4022" y="344"/>
                </a:lnTo>
                <a:lnTo>
                  <a:pt x="4126" y="374"/>
                </a:lnTo>
                <a:close/>
                <a:moveTo>
                  <a:pt x="4019" y="353"/>
                </a:moveTo>
                <a:lnTo>
                  <a:pt x="4026" y="349"/>
                </a:lnTo>
                <a:lnTo>
                  <a:pt x="4023" y="363"/>
                </a:lnTo>
                <a:lnTo>
                  <a:pt x="4023" y="364"/>
                </a:lnTo>
                <a:lnTo>
                  <a:pt x="4018" y="377"/>
                </a:lnTo>
                <a:lnTo>
                  <a:pt x="4018" y="377"/>
                </a:lnTo>
                <a:lnTo>
                  <a:pt x="4014" y="389"/>
                </a:lnTo>
                <a:lnTo>
                  <a:pt x="4014" y="389"/>
                </a:lnTo>
                <a:lnTo>
                  <a:pt x="4008" y="400"/>
                </a:lnTo>
                <a:lnTo>
                  <a:pt x="4008" y="401"/>
                </a:lnTo>
                <a:lnTo>
                  <a:pt x="4002" y="411"/>
                </a:lnTo>
                <a:lnTo>
                  <a:pt x="4002" y="411"/>
                </a:lnTo>
                <a:lnTo>
                  <a:pt x="3996" y="420"/>
                </a:lnTo>
                <a:lnTo>
                  <a:pt x="3996" y="421"/>
                </a:lnTo>
                <a:lnTo>
                  <a:pt x="3989" y="429"/>
                </a:lnTo>
                <a:lnTo>
                  <a:pt x="3988" y="429"/>
                </a:lnTo>
                <a:lnTo>
                  <a:pt x="3981" y="437"/>
                </a:lnTo>
                <a:lnTo>
                  <a:pt x="3980" y="437"/>
                </a:lnTo>
                <a:lnTo>
                  <a:pt x="3973" y="443"/>
                </a:lnTo>
                <a:lnTo>
                  <a:pt x="3972" y="444"/>
                </a:lnTo>
                <a:lnTo>
                  <a:pt x="3964" y="449"/>
                </a:lnTo>
                <a:lnTo>
                  <a:pt x="3964" y="449"/>
                </a:lnTo>
                <a:lnTo>
                  <a:pt x="3955" y="454"/>
                </a:lnTo>
                <a:lnTo>
                  <a:pt x="3955" y="454"/>
                </a:lnTo>
                <a:lnTo>
                  <a:pt x="3946" y="458"/>
                </a:lnTo>
                <a:lnTo>
                  <a:pt x="3945" y="458"/>
                </a:lnTo>
                <a:lnTo>
                  <a:pt x="3936" y="461"/>
                </a:lnTo>
                <a:lnTo>
                  <a:pt x="3936" y="461"/>
                </a:lnTo>
                <a:lnTo>
                  <a:pt x="3926" y="463"/>
                </a:lnTo>
                <a:lnTo>
                  <a:pt x="3926" y="464"/>
                </a:lnTo>
                <a:lnTo>
                  <a:pt x="3915" y="465"/>
                </a:lnTo>
                <a:lnTo>
                  <a:pt x="3915" y="465"/>
                </a:lnTo>
                <a:lnTo>
                  <a:pt x="3905" y="465"/>
                </a:lnTo>
                <a:lnTo>
                  <a:pt x="3904" y="465"/>
                </a:lnTo>
                <a:lnTo>
                  <a:pt x="3897" y="465"/>
                </a:lnTo>
                <a:lnTo>
                  <a:pt x="3897" y="465"/>
                </a:lnTo>
                <a:lnTo>
                  <a:pt x="3890" y="465"/>
                </a:lnTo>
                <a:lnTo>
                  <a:pt x="3890" y="465"/>
                </a:lnTo>
                <a:lnTo>
                  <a:pt x="3883" y="464"/>
                </a:lnTo>
                <a:lnTo>
                  <a:pt x="3883" y="464"/>
                </a:lnTo>
                <a:lnTo>
                  <a:pt x="3876" y="462"/>
                </a:lnTo>
                <a:lnTo>
                  <a:pt x="3876" y="462"/>
                </a:lnTo>
                <a:lnTo>
                  <a:pt x="3869" y="461"/>
                </a:lnTo>
                <a:lnTo>
                  <a:pt x="3869" y="461"/>
                </a:lnTo>
                <a:lnTo>
                  <a:pt x="3863" y="459"/>
                </a:lnTo>
                <a:lnTo>
                  <a:pt x="3862" y="459"/>
                </a:lnTo>
                <a:lnTo>
                  <a:pt x="3850" y="454"/>
                </a:lnTo>
                <a:lnTo>
                  <a:pt x="3850" y="454"/>
                </a:lnTo>
                <a:lnTo>
                  <a:pt x="3838" y="448"/>
                </a:lnTo>
                <a:lnTo>
                  <a:pt x="3838" y="448"/>
                </a:lnTo>
                <a:lnTo>
                  <a:pt x="3827" y="440"/>
                </a:lnTo>
                <a:lnTo>
                  <a:pt x="3827" y="440"/>
                </a:lnTo>
                <a:lnTo>
                  <a:pt x="3817" y="431"/>
                </a:lnTo>
                <a:lnTo>
                  <a:pt x="3816" y="431"/>
                </a:lnTo>
                <a:lnTo>
                  <a:pt x="3807" y="421"/>
                </a:lnTo>
                <a:lnTo>
                  <a:pt x="3807" y="420"/>
                </a:lnTo>
                <a:lnTo>
                  <a:pt x="3802" y="415"/>
                </a:lnTo>
                <a:lnTo>
                  <a:pt x="3802" y="415"/>
                </a:lnTo>
                <a:lnTo>
                  <a:pt x="3798" y="409"/>
                </a:lnTo>
                <a:lnTo>
                  <a:pt x="3798" y="408"/>
                </a:lnTo>
                <a:lnTo>
                  <a:pt x="3794" y="402"/>
                </a:lnTo>
                <a:lnTo>
                  <a:pt x="3794" y="402"/>
                </a:lnTo>
                <a:lnTo>
                  <a:pt x="3791" y="395"/>
                </a:lnTo>
                <a:lnTo>
                  <a:pt x="3790" y="394"/>
                </a:lnTo>
                <a:lnTo>
                  <a:pt x="3787" y="387"/>
                </a:lnTo>
                <a:lnTo>
                  <a:pt x="3787" y="387"/>
                </a:lnTo>
                <a:lnTo>
                  <a:pt x="3784" y="379"/>
                </a:lnTo>
                <a:lnTo>
                  <a:pt x="3784" y="379"/>
                </a:lnTo>
                <a:lnTo>
                  <a:pt x="3781" y="370"/>
                </a:lnTo>
                <a:lnTo>
                  <a:pt x="3781" y="370"/>
                </a:lnTo>
                <a:lnTo>
                  <a:pt x="3779" y="361"/>
                </a:lnTo>
                <a:lnTo>
                  <a:pt x="3779" y="361"/>
                </a:lnTo>
                <a:lnTo>
                  <a:pt x="3777" y="352"/>
                </a:lnTo>
                <a:lnTo>
                  <a:pt x="3777" y="352"/>
                </a:lnTo>
                <a:lnTo>
                  <a:pt x="3775" y="342"/>
                </a:lnTo>
                <a:lnTo>
                  <a:pt x="3775" y="342"/>
                </a:lnTo>
                <a:lnTo>
                  <a:pt x="3773" y="332"/>
                </a:lnTo>
                <a:lnTo>
                  <a:pt x="3773" y="332"/>
                </a:lnTo>
                <a:lnTo>
                  <a:pt x="3772" y="321"/>
                </a:lnTo>
                <a:lnTo>
                  <a:pt x="3772" y="321"/>
                </a:lnTo>
                <a:lnTo>
                  <a:pt x="3771" y="310"/>
                </a:lnTo>
                <a:lnTo>
                  <a:pt x="3771" y="310"/>
                </a:lnTo>
                <a:lnTo>
                  <a:pt x="3770" y="299"/>
                </a:lnTo>
                <a:lnTo>
                  <a:pt x="3770" y="299"/>
                </a:lnTo>
                <a:lnTo>
                  <a:pt x="3770" y="275"/>
                </a:lnTo>
                <a:lnTo>
                  <a:pt x="3770" y="274"/>
                </a:lnTo>
                <a:lnTo>
                  <a:pt x="3770" y="263"/>
                </a:lnTo>
                <a:lnTo>
                  <a:pt x="3770" y="263"/>
                </a:lnTo>
                <a:lnTo>
                  <a:pt x="3770" y="252"/>
                </a:lnTo>
                <a:lnTo>
                  <a:pt x="3770" y="252"/>
                </a:lnTo>
                <a:lnTo>
                  <a:pt x="3771" y="241"/>
                </a:lnTo>
                <a:lnTo>
                  <a:pt x="3771" y="241"/>
                </a:lnTo>
                <a:lnTo>
                  <a:pt x="3772" y="230"/>
                </a:lnTo>
                <a:lnTo>
                  <a:pt x="3772" y="230"/>
                </a:lnTo>
                <a:lnTo>
                  <a:pt x="3774" y="220"/>
                </a:lnTo>
                <a:lnTo>
                  <a:pt x="3774" y="220"/>
                </a:lnTo>
                <a:lnTo>
                  <a:pt x="3775" y="210"/>
                </a:lnTo>
                <a:lnTo>
                  <a:pt x="3775" y="210"/>
                </a:lnTo>
                <a:lnTo>
                  <a:pt x="3777" y="201"/>
                </a:lnTo>
                <a:lnTo>
                  <a:pt x="3777" y="201"/>
                </a:lnTo>
                <a:lnTo>
                  <a:pt x="3779" y="192"/>
                </a:lnTo>
                <a:lnTo>
                  <a:pt x="3779" y="192"/>
                </a:lnTo>
                <a:lnTo>
                  <a:pt x="3781" y="184"/>
                </a:lnTo>
                <a:lnTo>
                  <a:pt x="3782" y="183"/>
                </a:lnTo>
                <a:lnTo>
                  <a:pt x="3784" y="176"/>
                </a:lnTo>
                <a:lnTo>
                  <a:pt x="3784" y="175"/>
                </a:lnTo>
                <a:lnTo>
                  <a:pt x="3787" y="168"/>
                </a:lnTo>
                <a:lnTo>
                  <a:pt x="3788" y="167"/>
                </a:lnTo>
                <a:lnTo>
                  <a:pt x="3791" y="160"/>
                </a:lnTo>
                <a:lnTo>
                  <a:pt x="3791" y="160"/>
                </a:lnTo>
                <a:lnTo>
                  <a:pt x="3795" y="153"/>
                </a:lnTo>
                <a:lnTo>
                  <a:pt x="3795" y="153"/>
                </a:lnTo>
                <a:lnTo>
                  <a:pt x="3799" y="147"/>
                </a:lnTo>
                <a:lnTo>
                  <a:pt x="3799" y="146"/>
                </a:lnTo>
                <a:lnTo>
                  <a:pt x="3803" y="141"/>
                </a:lnTo>
                <a:lnTo>
                  <a:pt x="3803" y="140"/>
                </a:lnTo>
                <a:lnTo>
                  <a:pt x="3808" y="135"/>
                </a:lnTo>
                <a:lnTo>
                  <a:pt x="3808" y="135"/>
                </a:lnTo>
                <a:lnTo>
                  <a:pt x="3817" y="125"/>
                </a:lnTo>
                <a:lnTo>
                  <a:pt x="3818" y="124"/>
                </a:lnTo>
                <a:lnTo>
                  <a:pt x="3828" y="116"/>
                </a:lnTo>
                <a:lnTo>
                  <a:pt x="3829" y="115"/>
                </a:lnTo>
                <a:lnTo>
                  <a:pt x="3839" y="108"/>
                </a:lnTo>
                <a:lnTo>
                  <a:pt x="3840" y="108"/>
                </a:lnTo>
                <a:lnTo>
                  <a:pt x="3852" y="102"/>
                </a:lnTo>
                <a:lnTo>
                  <a:pt x="3852" y="102"/>
                </a:lnTo>
                <a:lnTo>
                  <a:pt x="3864" y="97"/>
                </a:lnTo>
                <a:lnTo>
                  <a:pt x="3865" y="97"/>
                </a:lnTo>
                <a:lnTo>
                  <a:pt x="3871" y="95"/>
                </a:lnTo>
                <a:lnTo>
                  <a:pt x="3871" y="95"/>
                </a:lnTo>
                <a:lnTo>
                  <a:pt x="3878" y="93"/>
                </a:lnTo>
                <a:lnTo>
                  <a:pt x="3878" y="93"/>
                </a:lnTo>
                <a:lnTo>
                  <a:pt x="3885" y="92"/>
                </a:lnTo>
                <a:lnTo>
                  <a:pt x="3885" y="92"/>
                </a:lnTo>
                <a:lnTo>
                  <a:pt x="3892" y="91"/>
                </a:lnTo>
                <a:lnTo>
                  <a:pt x="3893" y="91"/>
                </a:lnTo>
                <a:lnTo>
                  <a:pt x="3900" y="91"/>
                </a:lnTo>
                <a:lnTo>
                  <a:pt x="3900" y="91"/>
                </a:lnTo>
                <a:lnTo>
                  <a:pt x="3907" y="91"/>
                </a:lnTo>
                <a:lnTo>
                  <a:pt x="3907" y="91"/>
                </a:lnTo>
                <a:lnTo>
                  <a:pt x="3918" y="91"/>
                </a:lnTo>
                <a:lnTo>
                  <a:pt x="3918" y="91"/>
                </a:lnTo>
                <a:lnTo>
                  <a:pt x="3928" y="92"/>
                </a:lnTo>
                <a:lnTo>
                  <a:pt x="3929" y="92"/>
                </a:lnTo>
                <a:lnTo>
                  <a:pt x="3938" y="94"/>
                </a:lnTo>
                <a:lnTo>
                  <a:pt x="3939" y="94"/>
                </a:lnTo>
                <a:lnTo>
                  <a:pt x="3948" y="97"/>
                </a:lnTo>
                <a:lnTo>
                  <a:pt x="3948" y="97"/>
                </a:lnTo>
                <a:lnTo>
                  <a:pt x="3957" y="100"/>
                </a:lnTo>
                <a:lnTo>
                  <a:pt x="3958" y="100"/>
                </a:lnTo>
                <a:lnTo>
                  <a:pt x="3965" y="105"/>
                </a:lnTo>
                <a:lnTo>
                  <a:pt x="3966" y="105"/>
                </a:lnTo>
                <a:lnTo>
                  <a:pt x="3974" y="110"/>
                </a:lnTo>
                <a:lnTo>
                  <a:pt x="3974" y="110"/>
                </a:lnTo>
                <a:lnTo>
                  <a:pt x="3982" y="116"/>
                </a:lnTo>
                <a:lnTo>
                  <a:pt x="3982" y="116"/>
                </a:lnTo>
                <a:lnTo>
                  <a:pt x="3989" y="122"/>
                </a:lnTo>
                <a:lnTo>
                  <a:pt x="3990" y="123"/>
                </a:lnTo>
                <a:lnTo>
                  <a:pt x="3996" y="129"/>
                </a:lnTo>
                <a:lnTo>
                  <a:pt x="3997" y="130"/>
                </a:lnTo>
                <a:lnTo>
                  <a:pt x="4003" y="137"/>
                </a:lnTo>
                <a:lnTo>
                  <a:pt x="4003" y="137"/>
                </a:lnTo>
                <a:lnTo>
                  <a:pt x="4008" y="145"/>
                </a:lnTo>
                <a:lnTo>
                  <a:pt x="4008" y="146"/>
                </a:lnTo>
                <a:lnTo>
                  <a:pt x="4013" y="154"/>
                </a:lnTo>
                <a:lnTo>
                  <a:pt x="4013" y="154"/>
                </a:lnTo>
                <a:lnTo>
                  <a:pt x="4017" y="163"/>
                </a:lnTo>
                <a:lnTo>
                  <a:pt x="4017" y="164"/>
                </a:lnTo>
                <a:lnTo>
                  <a:pt x="4020" y="173"/>
                </a:lnTo>
                <a:lnTo>
                  <a:pt x="4021" y="174"/>
                </a:lnTo>
                <a:lnTo>
                  <a:pt x="4023" y="183"/>
                </a:lnTo>
                <a:lnTo>
                  <a:pt x="4016" y="179"/>
                </a:lnTo>
                <a:lnTo>
                  <a:pt x="4121" y="154"/>
                </a:lnTo>
                <a:lnTo>
                  <a:pt x="4117" y="162"/>
                </a:lnTo>
                <a:lnTo>
                  <a:pt x="4112" y="146"/>
                </a:lnTo>
                <a:lnTo>
                  <a:pt x="4112" y="147"/>
                </a:lnTo>
                <a:lnTo>
                  <a:pt x="4107" y="132"/>
                </a:lnTo>
                <a:lnTo>
                  <a:pt x="4107" y="133"/>
                </a:lnTo>
                <a:lnTo>
                  <a:pt x="4101" y="119"/>
                </a:lnTo>
                <a:lnTo>
                  <a:pt x="4101" y="119"/>
                </a:lnTo>
                <a:lnTo>
                  <a:pt x="4095" y="107"/>
                </a:lnTo>
                <a:lnTo>
                  <a:pt x="4095" y="107"/>
                </a:lnTo>
                <a:lnTo>
                  <a:pt x="4088" y="95"/>
                </a:lnTo>
                <a:lnTo>
                  <a:pt x="4088" y="95"/>
                </a:lnTo>
                <a:lnTo>
                  <a:pt x="4081" y="85"/>
                </a:lnTo>
                <a:lnTo>
                  <a:pt x="4081" y="85"/>
                </a:lnTo>
                <a:lnTo>
                  <a:pt x="4073" y="75"/>
                </a:lnTo>
                <a:lnTo>
                  <a:pt x="4073" y="76"/>
                </a:lnTo>
                <a:lnTo>
                  <a:pt x="4065" y="67"/>
                </a:lnTo>
                <a:lnTo>
                  <a:pt x="4065" y="67"/>
                </a:lnTo>
                <a:lnTo>
                  <a:pt x="4057" y="60"/>
                </a:lnTo>
                <a:lnTo>
                  <a:pt x="4057" y="60"/>
                </a:lnTo>
                <a:lnTo>
                  <a:pt x="4050" y="54"/>
                </a:lnTo>
                <a:lnTo>
                  <a:pt x="4050" y="54"/>
                </a:lnTo>
                <a:lnTo>
                  <a:pt x="4042" y="48"/>
                </a:lnTo>
                <a:lnTo>
                  <a:pt x="4042" y="48"/>
                </a:lnTo>
                <a:lnTo>
                  <a:pt x="4033" y="43"/>
                </a:lnTo>
                <a:lnTo>
                  <a:pt x="4034" y="43"/>
                </a:lnTo>
                <a:lnTo>
                  <a:pt x="4025" y="38"/>
                </a:lnTo>
                <a:lnTo>
                  <a:pt x="4025" y="38"/>
                </a:lnTo>
                <a:lnTo>
                  <a:pt x="4016" y="33"/>
                </a:lnTo>
                <a:lnTo>
                  <a:pt x="4016" y="33"/>
                </a:lnTo>
                <a:lnTo>
                  <a:pt x="4007" y="29"/>
                </a:lnTo>
                <a:lnTo>
                  <a:pt x="4007" y="29"/>
                </a:lnTo>
                <a:lnTo>
                  <a:pt x="3998" y="26"/>
                </a:lnTo>
                <a:lnTo>
                  <a:pt x="3998" y="26"/>
                </a:lnTo>
                <a:lnTo>
                  <a:pt x="3988" y="22"/>
                </a:lnTo>
                <a:lnTo>
                  <a:pt x="3988" y="23"/>
                </a:lnTo>
                <a:lnTo>
                  <a:pt x="3978" y="20"/>
                </a:lnTo>
                <a:lnTo>
                  <a:pt x="3978" y="20"/>
                </a:lnTo>
                <a:lnTo>
                  <a:pt x="3968" y="17"/>
                </a:lnTo>
                <a:lnTo>
                  <a:pt x="3968" y="17"/>
                </a:lnTo>
                <a:lnTo>
                  <a:pt x="3957" y="15"/>
                </a:lnTo>
                <a:lnTo>
                  <a:pt x="3957" y="15"/>
                </a:lnTo>
                <a:lnTo>
                  <a:pt x="3946" y="14"/>
                </a:lnTo>
                <a:lnTo>
                  <a:pt x="3946" y="14"/>
                </a:lnTo>
                <a:lnTo>
                  <a:pt x="3935" y="13"/>
                </a:lnTo>
                <a:lnTo>
                  <a:pt x="3935" y="13"/>
                </a:lnTo>
                <a:lnTo>
                  <a:pt x="3923" y="12"/>
                </a:lnTo>
                <a:lnTo>
                  <a:pt x="3924" y="12"/>
                </a:lnTo>
                <a:lnTo>
                  <a:pt x="3912" y="12"/>
                </a:lnTo>
                <a:lnTo>
                  <a:pt x="3912" y="12"/>
                </a:lnTo>
                <a:lnTo>
                  <a:pt x="3898" y="12"/>
                </a:lnTo>
                <a:lnTo>
                  <a:pt x="3899" y="12"/>
                </a:lnTo>
                <a:lnTo>
                  <a:pt x="3885" y="13"/>
                </a:lnTo>
                <a:lnTo>
                  <a:pt x="3886" y="13"/>
                </a:lnTo>
                <a:lnTo>
                  <a:pt x="3873" y="14"/>
                </a:lnTo>
                <a:lnTo>
                  <a:pt x="3873" y="14"/>
                </a:lnTo>
                <a:lnTo>
                  <a:pt x="3860" y="16"/>
                </a:lnTo>
                <a:lnTo>
                  <a:pt x="3861" y="16"/>
                </a:lnTo>
                <a:lnTo>
                  <a:pt x="3848" y="19"/>
                </a:lnTo>
                <a:lnTo>
                  <a:pt x="3849" y="19"/>
                </a:lnTo>
                <a:lnTo>
                  <a:pt x="3837" y="22"/>
                </a:lnTo>
                <a:lnTo>
                  <a:pt x="3837" y="22"/>
                </a:lnTo>
                <a:lnTo>
                  <a:pt x="3825" y="26"/>
                </a:lnTo>
                <a:lnTo>
                  <a:pt x="3825" y="25"/>
                </a:lnTo>
                <a:lnTo>
                  <a:pt x="3814" y="30"/>
                </a:lnTo>
                <a:lnTo>
                  <a:pt x="3814" y="30"/>
                </a:lnTo>
                <a:lnTo>
                  <a:pt x="3804" y="34"/>
                </a:lnTo>
                <a:lnTo>
                  <a:pt x="3804" y="34"/>
                </a:lnTo>
                <a:lnTo>
                  <a:pt x="3793" y="40"/>
                </a:lnTo>
                <a:lnTo>
                  <a:pt x="3793" y="39"/>
                </a:lnTo>
                <a:lnTo>
                  <a:pt x="3783" y="45"/>
                </a:lnTo>
                <a:lnTo>
                  <a:pt x="3783" y="45"/>
                </a:lnTo>
                <a:lnTo>
                  <a:pt x="3773" y="52"/>
                </a:lnTo>
                <a:lnTo>
                  <a:pt x="3773" y="52"/>
                </a:lnTo>
                <a:lnTo>
                  <a:pt x="3764" y="59"/>
                </a:lnTo>
                <a:lnTo>
                  <a:pt x="3764" y="58"/>
                </a:lnTo>
                <a:lnTo>
                  <a:pt x="3755" y="66"/>
                </a:lnTo>
                <a:lnTo>
                  <a:pt x="3755" y="66"/>
                </a:lnTo>
                <a:lnTo>
                  <a:pt x="3746" y="74"/>
                </a:lnTo>
                <a:lnTo>
                  <a:pt x="3746" y="74"/>
                </a:lnTo>
                <a:lnTo>
                  <a:pt x="3738" y="83"/>
                </a:lnTo>
                <a:lnTo>
                  <a:pt x="3738" y="83"/>
                </a:lnTo>
                <a:lnTo>
                  <a:pt x="3730" y="92"/>
                </a:lnTo>
                <a:lnTo>
                  <a:pt x="3730" y="92"/>
                </a:lnTo>
                <a:lnTo>
                  <a:pt x="3722" y="101"/>
                </a:lnTo>
                <a:lnTo>
                  <a:pt x="3722" y="101"/>
                </a:lnTo>
                <a:lnTo>
                  <a:pt x="3715" y="111"/>
                </a:lnTo>
                <a:lnTo>
                  <a:pt x="3715" y="111"/>
                </a:lnTo>
                <a:lnTo>
                  <a:pt x="3708" y="122"/>
                </a:lnTo>
                <a:lnTo>
                  <a:pt x="3709" y="121"/>
                </a:lnTo>
                <a:lnTo>
                  <a:pt x="3702" y="132"/>
                </a:lnTo>
                <a:lnTo>
                  <a:pt x="3703" y="132"/>
                </a:lnTo>
                <a:lnTo>
                  <a:pt x="3697" y="144"/>
                </a:lnTo>
                <a:lnTo>
                  <a:pt x="3697" y="143"/>
                </a:lnTo>
                <a:lnTo>
                  <a:pt x="3692" y="155"/>
                </a:lnTo>
                <a:lnTo>
                  <a:pt x="3692" y="155"/>
                </a:lnTo>
                <a:lnTo>
                  <a:pt x="3688" y="168"/>
                </a:lnTo>
                <a:lnTo>
                  <a:pt x="3688" y="167"/>
                </a:lnTo>
                <a:lnTo>
                  <a:pt x="3684" y="180"/>
                </a:lnTo>
                <a:lnTo>
                  <a:pt x="3684" y="180"/>
                </a:lnTo>
                <a:lnTo>
                  <a:pt x="3681" y="194"/>
                </a:lnTo>
                <a:lnTo>
                  <a:pt x="3681" y="193"/>
                </a:lnTo>
                <a:lnTo>
                  <a:pt x="3678" y="207"/>
                </a:lnTo>
                <a:lnTo>
                  <a:pt x="3678" y="207"/>
                </a:lnTo>
                <a:lnTo>
                  <a:pt x="3675" y="221"/>
                </a:lnTo>
                <a:lnTo>
                  <a:pt x="3675" y="221"/>
                </a:lnTo>
                <a:lnTo>
                  <a:pt x="3674" y="236"/>
                </a:lnTo>
                <a:lnTo>
                  <a:pt x="3674" y="236"/>
                </a:lnTo>
                <a:lnTo>
                  <a:pt x="3672" y="251"/>
                </a:lnTo>
                <a:lnTo>
                  <a:pt x="3672" y="251"/>
                </a:lnTo>
                <a:lnTo>
                  <a:pt x="3671" y="267"/>
                </a:lnTo>
                <a:lnTo>
                  <a:pt x="3671" y="267"/>
                </a:lnTo>
                <a:lnTo>
                  <a:pt x="3671" y="283"/>
                </a:lnTo>
                <a:lnTo>
                  <a:pt x="3671" y="283"/>
                </a:lnTo>
                <a:lnTo>
                  <a:pt x="3671" y="298"/>
                </a:lnTo>
                <a:lnTo>
                  <a:pt x="3671" y="298"/>
                </a:lnTo>
                <a:lnTo>
                  <a:pt x="3672" y="313"/>
                </a:lnTo>
                <a:lnTo>
                  <a:pt x="3672" y="313"/>
                </a:lnTo>
                <a:lnTo>
                  <a:pt x="3674" y="327"/>
                </a:lnTo>
                <a:lnTo>
                  <a:pt x="3674" y="327"/>
                </a:lnTo>
                <a:lnTo>
                  <a:pt x="3675" y="341"/>
                </a:lnTo>
                <a:lnTo>
                  <a:pt x="3675" y="341"/>
                </a:lnTo>
                <a:lnTo>
                  <a:pt x="3678" y="354"/>
                </a:lnTo>
                <a:lnTo>
                  <a:pt x="3678" y="354"/>
                </a:lnTo>
                <a:lnTo>
                  <a:pt x="3681" y="367"/>
                </a:lnTo>
                <a:lnTo>
                  <a:pt x="3681" y="367"/>
                </a:lnTo>
                <a:lnTo>
                  <a:pt x="3684" y="380"/>
                </a:lnTo>
                <a:lnTo>
                  <a:pt x="3684" y="380"/>
                </a:lnTo>
                <a:lnTo>
                  <a:pt x="3688" y="392"/>
                </a:lnTo>
                <a:lnTo>
                  <a:pt x="3688" y="392"/>
                </a:lnTo>
                <a:lnTo>
                  <a:pt x="3692" y="404"/>
                </a:lnTo>
                <a:lnTo>
                  <a:pt x="3692" y="403"/>
                </a:lnTo>
                <a:lnTo>
                  <a:pt x="3697" y="415"/>
                </a:lnTo>
                <a:lnTo>
                  <a:pt x="3697" y="415"/>
                </a:lnTo>
                <a:lnTo>
                  <a:pt x="3702" y="426"/>
                </a:lnTo>
                <a:lnTo>
                  <a:pt x="3702" y="426"/>
                </a:lnTo>
                <a:lnTo>
                  <a:pt x="3708" y="437"/>
                </a:lnTo>
                <a:lnTo>
                  <a:pt x="3708" y="436"/>
                </a:lnTo>
                <a:lnTo>
                  <a:pt x="3715" y="447"/>
                </a:lnTo>
                <a:lnTo>
                  <a:pt x="3714" y="446"/>
                </a:lnTo>
                <a:lnTo>
                  <a:pt x="3722" y="456"/>
                </a:lnTo>
                <a:lnTo>
                  <a:pt x="3721" y="456"/>
                </a:lnTo>
                <a:lnTo>
                  <a:pt x="3729" y="466"/>
                </a:lnTo>
                <a:lnTo>
                  <a:pt x="3729" y="465"/>
                </a:lnTo>
                <a:lnTo>
                  <a:pt x="3737" y="474"/>
                </a:lnTo>
                <a:lnTo>
                  <a:pt x="3737" y="474"/>
                </a:lnTo>
                <a:lnTo>
                  <a:pt x="3745" y="483"/>
                </a:lnTo>
                <a:lnTo>
                  <a:pt x="3745" y="483"/>
                </a:lnTo>
                <a:lnTo>
                  <a:pt x="3754" y="491"/>
                </a:lnTo>
                <a:lnTo>
                  <a:pt x="3754" y="491"/>
                </a:lnTo>
                <a:lnTo>
                  <a:pt x="3763" y="498"/>
                </a:lnTo>
                <a:lnTo>
                  <a:pt x="3763" y="498"/>
                </a:lnTo>
                <a:lnTo>
                  <a:pt x="3772" y="505"/>
                </a:lnTo>
                <a:lnTo>
                  <a:pt x="3772" y="505"/>
                </a:lnTo>
                <a:lnTo>
                  <a:pt x="3782" y="511"/>
                </a:lnTo>
                <a:lnTo>
                  <a:pt x="3781" y="511"/>
                </a:lnTo>
                <a:lnTo>
                  <a:pt x="3791" y="517"/>
                </a:lnTo>
                <a:lnTo>
                  <a:pt x="3791" y="517"/>
                </a:lnTo>
                <a:lnTo>
                  <a:pt x="3802" y="522"/>
                </a:lnTo>
                <a:lnTo>
                  <a:pt x="3801" y="522"/>
                </a:lnTo>
                <a:lnTo>
                  <a:pt x="3812" y="527"/>
                </a:lnTo>
                <a:lnTo>
                  <a:pt x="3812" y="527"/>
                </a:lnTo>
                <a:lnTo>
                  <a:pt x="3823" y="531"/>
                </a:lnTo>
                <a:lnTo>
                  <a:pt x="3822" y="531"/>
                </a:lnTo>
                <a:lnTo>
                  <a:pt x="3834" y="534"/>
                </a:lnTo>
                <a:lnTo>
                  <a:pt x="3833" y="534"/>
                </a:lnTo>
                <a:lnTo>
                  <a:pt x="3845" y="537"/>
                </a:lnTo>
                <a:lnTo>
                  <a:pt x="3844" y="537"/>
                </a:lnTo>
                <a:lnTo>
                  <a:pt x="3856" y="540"/>
                </a:lnTo>
                <a:lnTo>
                  <a:pt x="3856" y="540"/>
                </a:lnTo>
                <a:lnTo>
                  <a:pt x="3868" y="542"/>
                </a:lnTo>
                <a:lnTo>
                  <a:pt x="3868" y="542"/>
                </a:lnTo>
                <a:lnTo>
                  <a:pt x="3880" y="543"/>
                </a:lnTo>
                <a:lnTo>
                  <a:pt x="3880" y="543"/>
                </a:lnTo>
                <a:lnTo>
                  <a:pt x="3892" y="544"/>
                </a:lnTo>
                <a:lnTo>
                  <a:pt x="3892" y="544"/>
                </a:lnTo>
                <a:lnTo>
                  <a:pt x="3905" y="544"/>
                </a:lnTo>
                <a:lnTo>
                  <a:pt x="3905" y="544"/>
                </a:lnTo>
                <a:lnTo>
                  <a:pt x="3915" y="544"/>
                </a:lnTo>
                <a:lnTo>
                  <a:pt x="3915" y="544"/>
                </a:lnTo>
                <a:lnTo>
                  <a:pt x="3925" y="544"/>
                </a:lnTo>
                <a:lnTo>
                  <a:pt x="3925" y="544"/>
                </a:lnTo>
                <a:lnTo>
                  <a:pt x="3935" y="543"/>
                </a:lnTo>
                <a:lnTo>
                  <a:pt x="3935" y="543"/>
                </a:lnTo>
                <a:lnTo>
                  <a:pt x="3945" y="542"/>
                </a:lnTo>
                <a:lnTo>
                  <a:pt x="3945" y="542"/>
                </a:lnTo>
                <a:lnTo>
                  <a:pt x="3954" y="540"/>
                </a:lnTo>
                <a:lnTo>
                  <a:pt x="3954" y="540"/>
                </a:lnTo>
                <a:lnTo>
                  <a:pt x="3964" y="539"/>
                </a:lnTo>
                <a:lnTo>
                  <a:pt x="3963" y="539"/>
                </a:lnTo>
                <a:lnTo>
                  <a:pt x="3973" y="537"/>
                </a:lnTo>
                <a:lnTo>
                  <a:pt x="3972" y="537"/>
                </a:lnTo>
                <a:lnTo>
                  <a:pt x="3981" y="534"/>
                </a:lnTo>
                <a:lnTo>
                  <a:pt x="3981" y="534"/>
                </a:lnTo>
                <a:lnTo>
                  <a:pt x="3989" y="531"/>
                </a:lnTo>
                <a:lnTo>
                  <a:pt x="3989" y="531"/>
                </a:lnTo>
                <a:lnTo>
                  <a:pt x="3997" y="528"/>
                </a:lnTo>
                <a:lnTo>
                  <a:pt x="3997" y="528"/>
                </a:lnTo>
                <a:lnTo>
                  <a:pt x="4005" y="525"/>
                </a:lnTo>
                <a:lnTo>
                  <a:pt x="4005" y="525"/>
                </a:lnTo>
                <a:lnTo>
                  <a:pt x="4013" y="521"/>
                </a:lnTo>
                <a:lnTo>
                  <a:pt x="4013" y="522"/>
                </a:lnTo>
                <a:lnTo>
                  <a:pt x="4020" y="517"/>
                </a:lnTo>
                <a:lnTo>
                  <a:pt x="4020" y="518"/>
                </a:lnTo>
                <a:lnTo>
                  <a:pt x="4027" y="513"/>
                </a:lnTo>
                <a:lnTo>
                  <a:pt x="4027" y="513"/>
                </a:lnTo>
                <a:lnTo>
                  <a:pt x="4035" y="508"/>
                </a:lnTo>
                <a:lnTo>
                  <a:pt x="4034" y="509"/>
                </a:lnTo>
                <a:lnTo>
                  <a:pt x="4041" y="504"/>
                </a:lnTo>
                <a:lnTo>
                  <a:pt x="4041" y="504"/>
                </a:lnTo>
                <a:lnTo>
                  <a:pt x="4048" y="498"/>
                </a:lnTo>
                <a:lnTo>
                  <a:pt x="4048" y="498"/>
                </a:lnTo>
                <a:lnTo>
                  <a:pt x="4054" y="493"/>
                </a:lnTo>
                <a:lnTo>
                  <a:pt x="4054" y="493"/>
                </a:lnTo>
                <a:lnTo>
                  <a:pt x="4060" y="487"/>
                </a:lnTo>
                <a:lnTo>
                  <a:pt x="4060" y="487"/>
                </a:lnTo>
                <a:lnTo>
                  <a:pt x="4066" y="480"/>
                </a:lnTo>
                <a:lnTo>
                  <a:pt x="4066" y="480"/>
                </a:lnTo>
                <a:lnTo>
                  <a:pt x="4072" y="474"/>
                </a:lnTo>
                <a:lnTo>
                  <a:pt x="4072" y="474"/>
                </a:lnTo>
                <a:lnTo>
                  <a:pt x="4077" y="467"/>
                </a:lnTo>
                <a:lnTo>
                  <a:pt x="4077" y="467"/>
                </a:lnTo>
                <a:lnTo>
                  <a:pt x="4088" y="452"/>
                </a:lnTo>
                <a:lnTo>
                  <a:pt x="4087" y="452"/>
                </a:lnTo>
                <a:lnTo>
                  <a:pt x="4097" y="435"/>
                </a:lnTo>
                <a:lnTo>
                  <a:pt x="4097" y="436"/>
                </a:lnTo>
                <a:lnTo>
                  <a:pt x="4105" y="417"/>
                </a:lnTo>
                <a:lnTo>
                  <a:pt x="4105" y="418"/>
                </a:lnTo>
                <a:lnTo>
                  <a:pt x="4112" y="398"/>
                </a:lnTo>
                <a:lnTo>
                  <a:pt x="4112" y="399"/>
                </a:lnTo>
                <a:lnTo>
                  <a:pt x="4118" y="378"/>
                </a:lnTo>
                <a:lnTo>
                  <a:pt x="4122" y="385"/>
                </a:lnTo>
                <a:lnTo>
                  <a:pt x="4019" y="353"/>
                </a:lnTo>
                <a:close/>
                <a:moveTo>
                  <a:pt x="4606" y="547"/>
                </a:moveTo>
                <a:lnTo>
                  <a:pt x="4604" y="547"/>
                </a:lnTo>
                <a:lnTo>
                  <a:pt x="4603" y="546"/>
                </a:lnTo>
                <a:lnTo>
                  <a:pt x="4601" y="545"/>
                </a:lnTo>
                <a:lnTo>
                  <a:pt x="4601" y="543"/>
                </a:lnTo>
                <a:lnTo>
                  <a:pt x="4555" y="424"/>
                </a:lnTo>
                <a:lnTo>
                  <a:pt x="4560" y="428"/>
                </a:lnTo>
                <a:lnTo>
                  <a:pt x="4349" y="428"/>
                </a:lnTo>
                <a:lnTo>
                  <a:pt x="4354" y="424"/>
                </a:lnTo>
                <a:lnTo>
                  <a:pt x="4311" y="543"/>
                </a:lnTo>
                <a:lnTo>
                  <a:pt x="4310" y="545"/>
                </a:lnTo>
                <a:lnTo>
                  <a:pt x="4309" y="546"/>
                </a:lnTo>
                <a:lnTo>
                  <a:pt x="4307" y="547"/>
                </a:lnTo>
                <a:lnTo>
                  <a:pt x="4305" y="547"/>
                </a:lnTo>
                <a:lnTo>
                  <a:pt x="4193" y="547"/>
                </a:lnTo>
                <a:lnTo>
                  <a:pt x="4191" y="547"/>
                </a:lnTo>
                <a:lnTo>
                  <a:pt x="4189" y="546"/>
                </a:lnTo>
                <a:lnTo>
                  <a:pt x="4188" y="544"/>
                </a:lnTo>
                <a:lnTo>
                  <a:pt x="4187" y="543"/>
                </a:lnTo>
                <a:lnTo>
                  <a:pt x="4187" y="541"/>
                </a:lnTo>
                <a:lnTo>
                  <a:pt x="4187" y="539"/>
                </a:lnTo>
                <a:lnTo>
                  <a:pt x="4391" y="14"/>
                </a:lnTo>
                <a:lnTo>
                  <a:pt x="4392" y="12"/>
                </a:lnTo>
                <a:lnTo>
                  <a:pt x="4393" y="11"/>
                </a:lnTo>
                <a:lnTo>
                  <a:pt x="4395" y="10"/>
                </a:lnTo>
                <a:lnTo>
                  <a:pt x="4397" y="10"/>
                </a:lnTo>
                <a:lnTo>
                  <a:pt x="4509" y="10"/>
                </a:lnTo>
                <a:lnTo>
                  <a:pt x="4510" y="10"/>
                </a:lnTo>
                <a:lnTo>
                  <a:pt x="4512" y="11"/>
                </a:lnTo>
                <a:lnTo>
                  <a:pt x="4513" y="12"/>
                </a:lnTo>
                <a:lnTo>
                  <a:pt x="4514" y="14"/>
                </a:lnTo>
                <a:lnTo>
                  <a:pt x="4726" y="539"/>
                </a:lnTo>
                <a:lnTo>
                  <a:pt x="4726" y="541"/>
                </a:lnTo>
                <a:lnTo>
                  <a:pt x="4726" y="543"/>
                </a:lnTo>
                <a:lnTo>
                  <a:pt x="4725" y="544"/>
                </a:lnTo>
                <a:lnTo>
                  <a:pt x="4724" y="546"/>
                </a:lnTo>
                <a:lnTo>
                  <a:pt x="4722" y="547"/>
                </a:lnTo>
                <a:lnTo>
                  <a:pt x="4720" y="547"/>
                </a:lnTo>
                <a:lnTo>
                  <a:pt x="4606" y="547"/>
                </a:lnTo>
                <a:close/>
                <a:moveTo>
                  <a:pt x="4720" y="536"/>
                </a:moveTo>
                <a:lnTo>
                  <a:pt x="4715" y="544"/>
                </a:lnTo>
                <a:lnTo>
                  <a:pt x="4503" y="18"/>
                </a:lnTo>
                <a:lnTo>
                  <a:pt x="4508" y="22"/>
                </a:lnTo>
                <a:lnTo>
                  <a:pt x="4396" y="22"/>
                </a:lnTo>
                <a:lnTo>
                  <a:pt x="4402" y="18"/>
                </a:lnTo>
                <a:lnTo>
                  <a:pt x="4198" y="543"/>
                </a:lnTo>
                <a:lnTo>
                  <a:pt x="4192" y="536"/>
                </a:lnTo>
                <a:lnTo>
                  <a:pt x="4305" y="536"/>
                </a:lnTo>
                <a:lnTo>
                  <a:pt x="4300" y="539"/>
                </a:lnTo>
                <a:lnTo>
                  <a:pt x="4343" y="420"/>
                </a:lnTo>
                <a:lnTo>
                  <a:pt x="4344" y="419"/>
                </a:lnTo>
                <a:lnTo>
                  <a:pt x="4345" y="417"/>
                </a:lnTo>
                <a:lnTo>
                  <a:pt x="4347" y="417"/>
                </a:lnTo>
                <a:lnTo>
                  <a:pt x="4348" y="416"/>
                </a:lnTo>
                <a:lnTo>
                  <a:pt x="4560" y="416"/>
                </a:lnTo>
                <a:lnTo>
                  <a:pt x="4562" y="417"/>
                </a:lnTo>
                <a:lnTo>
                  <a:pt x="4563" y="417"/>
                </a:lnTo>
                <a:lnTo>
                  <a:pt x="4565" y="419"/>
                </a:lnTo>
                <a:lnTo>
                  <a:pt x="4565" y="420"/>
                </a:lnTo>
                <a:lnTo>
                  <a:pt x="4611" y="539"/>
                </a:lnTo>
                <a:lnTo>
                  <a:pt x="4606" y="536"/>
                </a:lnTo>
                <a:lnTo>
                  <a:pt x="4720" y="536"/>
                </a:lnTo>
                <a:close/>
                <a:moveTo>
                  <a:pt x="4447" y="140"/>
                </a:moveTo>
                <a:lnTo>
                  <a:pt x="4458" y="140"/>
                </a:lnTo>
                <a:lnTo>
                  <a:pt x="4386" y="335"/>
                </a:lnTo>
                <a:lnTo>
                  <a:pt x="4381" y="328"/>
                </a:lnTo>
                <a:lnTo>
                  <a:pt x="4526" y="328"/>
                </a:lnTo>
                <a:lnTo>
                  <a:pt x="4520" y="335"/>
                </a:lnTo>
                <a:lnTo>
                  <a:pt x="4447" y="140"/>
                </a:lnTo>
                <a:close/>
                <a:moveTo>
                  <a:pt x="4531" y="331"/>
                </a:moveTo>
                <a:lnTo>
                  <a:pt x="4531" y="333"/>
                </a:lnTo>
                <a:lnTo>
                  <a:pt x="4531" y="335"/>
                </a:lnTo>
                <a:lnTo>
                  <a:pt x="4530" y="337"/>
                </a:lnTo>
                <a:lnTo>
                  <a:pt x="4529" y="338"/>
                </a:lnTo>
                <a:lnTo>
                  <a:pt x="4528" y="339"/>
                </a:lnTo>
                <a:lnTo>
                  <a:pt x="4526" y="339"/>
                </a:lnTo>
                <a:lnTo>
                  <a:pt x="4381" y="339"/>
                </a:lnTo>
                <a:lnTo>
                  <a:pt x="4379" y="339"/>
                </a:lnTo>
                <a:lnTo>
                  <a:pt x="4378" y="338"/>
                </a:lnTo>
                <a:lnTo>
                  <a:pt x="4377" y="337"/>
                </a:lnTo>
                <a:lnTo>
                  <a:pt x="4376" y="335"/>
                </a:lnTo>
                <a:lnTo>
                  <a:pt x="4375" y="333"/>
                </a:lnTo>
                <a:lnTo>
                  <a:pt x="4376" y="331"/>
                </a:lnTo>
                <a:lnTo>
                  <a:pt x="4447" y="136"/>
                </a:lnTo>
                <a:lnTo>
                  <a:pt x="4448" y="135"/>
                </a:lnTo>
                <a:lnTo>
                  <a:pt x="4449" y="133"/>
                </a:lnTo>
                <a:lnTo>
                  <a:pt x="4451" y="132"/>
                </a:lnTo>
                <a:lnTo>
                  <a:pt x="4453" y="132"/>
                </a:lnTo>
                <a:lnTo>
                  <a:pt x="4455" y="133"/>
                </a:lnTo>
                <a:lnTo>
                  <a:pt x="4457" y="134"/>
                </a:lnTo>
                <a:lnTo>
                  <a:pt x="4458" y="136"/>
                </a:lnTo>
                <a:lnTo>
                  <a:pt x="4531" y="331"/>
                </a:lnTo>
                <a:close/>
                <a:moveTo>
                  <a:pt x="4800" y="16"/>
                </a:moveTo>
                <a:lnTo>
                  <a:pt x="4800" y="14"/>
                </a:lnTo>
                <a:lnTo>
                  <a:pt x="4801" y="12"/>
                </a:lnTo>
                <a:lnTo>
                  <a:pt x="4802" y="11"/>
                </a:lnTo>
                <a:lnTo>
                  <a:pt x="4804" y="10"/>
                </a:lnTo>
                <a:lnTo>
                  <a:pt x="4806" y="10"/>
                </a:lnTo>
                <a:lnTo>
                  <a:pt x="4976" y="10"/>
                </a:lnTo>
                <a:lnTo>
                  <a:pt x="5020" y="10"/>
                </a:lnTo>
                <a:lnTo>
                  <a:pt x="5020" y="10"/>
                </a:lnTo>
                <a:lnTo>
                  <a:pt x="5039" y="11"/>
                </a:lnTo>
                <a:lnTo>
                  <a:pt x="5039" y="11"/>
                </a:lnTo>
                <a:lnTo>
                  <a:pt x="5056" y="12"/>
                </a:lnTo>
                <a:lnTo>
                  <a:pt x="5056" y="12"/>
                </a:lnTo>
                <a:lnTo>
                  <a:pt x="5071" y="13"/>
                </a:lnTo>
                <a:lnTo>
                  <a:pt x="5071" y="13"/>
                </a:lnTo>
                <a:lnTo>
                  <a:pt x="5084" y="14"/>
                </a:lnTo>
                <a:lnTo>
                  <a:pt x="5084" y="14"/>
                </a:lnTo>
                <a:lnTo>
                  <a:pt x="5095" y="16"/>
                </a:lnTo>
                <a:lnTo>
                  <a:pt x="5095" y="16"/>
                </a:lnTo>
                <a:lnTo>
                  <a:pt x="5103" y="18"/>
                </a:lnTo>
                <a:lnTo>
                  <a:pt x="5104" y="18"/>
                </a:lnTo>
                <a:lnTo>
                  <a:pt x="5115" y="21"/>
                </a:lnTo>
                <a:lnTo>
                  <a:pt x="5115" y="22"/>
                </a:lnTo>
                <a:lnTo>
                  <a:pt x="5126" y="26"/>
                </a:lnTo>
                <a:lnTo>
                  <a:pt x="5126" y="26"/>
                </a:lnTo>
                <a:lnTo>
                  <a:pt x="5137" y="31"/>
                </a:lnTo>
                <a:lnTo>
                  <a:pt x="5137" y="31"/>
                </a:lnTo>
                <a:lnTo>
                  <a:pt x="5147" y="37"/>
                </a:lnTo>
                <a:lnTo>
                  <a:pt x="5147" y="38"/>
                </a:lnTo>
                <a:lnTo>
                  <a:pt x="5156" y="44"/>
                </a:lnTo>
                <a:lnTo>
                  <a:pt x="5157" y="45"/>
                </a:lnTo>
                <a:lnTo>
                  <a:pt x="5165" y="53"/>
                </a:lnTo>
                <a:lnTo>
                  <a:pt x="5166" y="53"/>
                </a:lnTo>
                <a:lnTo>
                  <a:pt x="5174" y="62"/>
                </a:lnTo>
                <a:lnTo>
                  <a:pt x="5174" y="62"/>
                </a:lnTo>
                <a:lnTo>
                  <a:pt x="5182" y="71"/>
                </a:lnTo>
                <a:lnTo>
                  <a:pt x="5182" y="72"/>
                </a:lnTo>
                <a:lnTo>
                  <a:pt x="5190" y="82"/>
                </a:lnTo>
                <a:lnTo>
                  <a:pt x="5190" y="82"/>
                </a:lnTo>
                <a:lnTo>
                  <a:pt x="5196" y="93"/>
                </a:lnTo>
                <a:lnTo>
                  <a:pt x="5196" y="94"/>
                </a:lnTo>
                <a:lnTo>
                  <a:pt x="5202" y="106"/>
                </a:lnTo>
                <a:lnTo>
                  <a:pt x="5202" y="106"/>
                </a:lnTo>
                <a:lnTo>
                  <a:pt x="5206" y="118"/>
                </a:lnTo>
                <a:lnTo>
                  <a:pt x="5206" y="119"/>
                </a:lnTo>
                <a:lnTo>
                  <a:pt x="5209" y="132"/>
                </a:lnTo>
                <a:lnTo>
                  <a:pt x="5210" y="133"/>
                </a:lnTo>
                <a:lnTo>
                  <a:pt x="5212" y="146"/>
                </a:lnTo>
                <a:lnTo>
                  <a:pt x="5212" y="147"/>
                </a:lnTo>
                <a:lnTo>
                  <a:pt x="5214" y="161"/>
                </a:lnTo>
                <a:lnTo>
                  <a:pt x="5214" y="162"/>
                </a:lnTo>
                <a:lnTo>
                  <a:pt x="5214" y="177"/>
                </a:lnTo>
                <a:lnTo>
                  <a:pt x="5214" y="178"/>
                </a:lnTo>
                <a:lnTo>
                  <a:pt x="5214" y="189"/>
                </a:lnTo>
                <a:lnTo>
                  <a:pt x="5214" y="190"/>
                </a:lnTo>
                <a:lnTo>
                  <a:pt x="5213" y="201"/>
                </a:lnTo>
                <a:lnTo>
                  <a:pt x="5213" y="201"/>
                </a:lnTo>
                <a:lnTo>
                  <a:pt x="5212" y="212"/>
                </a:lnTo>
                <a:lnTo>
                  <a:pt x="5212" y="213"/>
                </a:lnTo>
                <a:lnTo>
                  <a:pt x="5210" y="223"/>
                </a:lnTo>
                <a:lnTo>
                  <a:pt x="5210" y="223"/>
                </a:lnTo>
                <a:lnTo>
                  <a:pt x="5207" y="233"/>
                </a:lnTo>
                <a:lnTo>
                  <a:pt x="5207" y="233"/>
                </a:lnTo>
                <a:lnTo>
                  <a:pt x="5204" y="243"/>
                </a:lnTo>
                <a:lnTo>
                  <a:pt x="5204" y="243"/>
                </a:lnTo>
                <a:lnTo>
                  <a:pt x="5200" y="252"/>
                </a:lnTo>
                <a:lnTo>
                  <a:pt x="5200" y="253"/>
                </a:lnTo>
                <a:lnTo>
                  <a:pt x="5196" y="261"/>
                </a:lnTo>
                <a:lnTo>
                  <a:pt x="5196" y="261"/>
                </a:lnTo>
                <a:lnTo>
                  <a:pt x="5191" y="270"/>
                </a:lnTo>
                <a:lnTo>
                  <a:pt x="5191" y="270"/>
                </a:lnTo>
                <a:lnTo>
                  <a:pt x="5186" y="278"/>
                </a:lnTo>
                <a:lnTo>
                  <a:pt x="5186" y="278"/>
                </a:lnTo>
                <a:lnTo>
                  <a:pt x="5181" y="285"/>
                </a:lnTo>
                <a:lnTo>
                  <a:pt x="5181" y="285"/>
                </a:lnTo>
                <a:lnTo>
                  <a:pt x="5175" y="292"/>
                </a:lnTo>
                <a:lnTo>
                  <a:pt x="5175" y="292"/>
                </a:lnTo>
                <a:lnTo>
                  <a:pt x="5169" y="299"/>
                </a:lnTo>
                <a:lnTo>
                  <a:pt x="5169" y="299"/>
                </a:lnTo>
                <a:lnTo>
                  <a:pt x="5163" y="305"/>
                </a:lnTo>
                <a:lnTo>
                  <a:pt x="5163" y="305"/>
                </a:lnTo>
                <a:lnTo>
                  <a:pt x="5157" y="310"/>
                </a:lnTo>
                <a:lnTo>
                  <a:pt x="5156" y="311"/>
                </a:lnTo>
                <a:lnTo>
                  <a:pt x="5150" y="316"/>
                </a:lnTo>
                <a:lnTo>
                  <a:pt x="5149" y="316"/>
                </a:lnTo>
                <a:lnTo>
                  <a:pt x="5136" y="324"/>
                </a:lnTo>
                <a:lnTo>
                  <a:pt x="5135" y="325"/>
                </a:lnTo>
                <a:lnTo>
                  <a:pt x="5122" y="332"/>
                </a:lnTo>
                <a:lnTo>
                  <a:pt x="5121" y="332"/>
                </a:lnTo>
                <a:lnTo>
                  <a:pt x="5114" y="335"/>
                </a:lnTo>
                <a:lnTo>
                  <a:pt x="5114" y="335"/>
                </a:lnTo>
                <a:lnTo>
                  <a:pt x="5107" y="338"/>
                </a:lnTo>
                <a:lnTo>
                  <a:pt x="5107" y="338"/>
                </a:lnTo>
                <a:lnTo>
                  <a:pt x="5100" y="339"/>
                </a:lnTo>
                <a:lnTo>
                  <a:pt x="5099" y="339"/>
                </a:lnTo>
                <a:lnTo>
                  <a:pt x="5093" y="341"/>
                </a:lnTo>
                <a:lnTo>
                  <a:pt x="5092" y="341"/>
                </a:lnTo>
                <a:lnTo>
                  <a:pt x="5082" y="343"/>
                </a:lnTo>
                <a:lnTo>
                  <a:pt x="5082" y="343"/>
                </a:lnTo>
                <a:lnTo>
                  <a:pt x="5071" y="345"/>
                </a:lnTo>
                <a:lnTo>
                  <a:pt x="5071" y="345"/>
                </a:lnTo>
                <a:lnTo>
                  <a:pt x="5058" y="346"/>
                </a:lnTo>
                <a:lnTo>
                  <a:pt x="5058" y="346"/>
                </a:lnTo>
                <a:lnTo>
                  <a:pt x="5045" y="347"/>
                </a:lnTo>
                <a:lnTo>
                  <a:pt x="5045" y="347"/>
                </a:lnTo>
                <a:lnTo>
                  <a:pt x="5015" y="348"/>
                </a:lnTo>
                <a:lnTo>
                  <a:pt x="5015" y="348"/>
                </a:lnTo>
                <a:lnTo>
                  <a:pt x="4981" y="349"/>
                </a:lnTo>
                <a:lnTo>
                  <a:pt x="4981" y="349"/>
                </a:lnTo>
                <a:lnTo>
                  <a:pt x="4912" y="349"/>
                </a:lnTo>
                <a:lnTo>
                  <a:pt x="4918" y="343"/>
                </a:lnTo>
                <a:lnTo>
                  <a:pt x="4918" y="541"/>
                </a:lnTo>
                <a:lnTo>
                  <a:pt x="4918" y="543"/>
                </a:lnTo>
                <a:lnTo>
                  <a:pt x="4917" y="545"/>
                </a:lnTo>
                <a:lnTo>
                  <a:pt x="4916" y="546"/>
                </a:lnTo>
                <a:lnTo>
                  <a:pt x="4914" y="547"/>
                </a:lnTo>
                <a:lnTo>
                  <a:pt x="4912" y="547"/>
                </a:lnTo>
                <a:lnTo>
                  <a:pt x="4806" y="547"/>
                </a:lnTo>
                <a:lnTo>
                  <a:pt x="4804" y="547"/>
                </a:lnTo>
                <a:lnTo>
                  <a:pt x="4802" y="546"/>
                </a:lnTo>
                <a:lnTo>
                  <a:pt x="4801" y="545"/>
                </a:lnTo>
                <a:lnTo>
                  <a:pt x="4800" y="543"/>
                </a:lnTo>
                <a:lnTo>
                  <a:pt x="4800" y="541"/>
                </a:lnTo>
                <a:lnTo>
                  <a:pt x="4800" y="16"/>
                </a:lnTo>
                <a:close/>
                <a:moveTo>
                  <a:pt x="4811" y="541"/>
                </a:moveTo>
                <a:lnTo>
                  <a:pt x="4806" y="536"/>
                </a:lnTo>
                <a:lnTo>
                  <a:pt x="4912" y="536"/>
                </a:lnTo>
                <a:lnTo>
                  <a:pt x="4906" y="541"/>
                </a:lnTo>
                <a:lnTo>
                  <a:pt x="4906" y="343"/>
                </a:lnTo>
                <a:lnTo>
                  <a:pt x="4907" y="341"/>
                </a:lnTo>
                <a:lnTo>
                  <a:pt x="4907" y="340"/>
                </a:lnTo>
                <a:lnTo>
                  <a:pt x="4909" y="338"/>
                </a:lnTo>
                <a:lnTo>
                  <a:pt x="4910" y="338"/>
                </a:lnTo>
                <a:lnTo>
                  <a:pt x="4912" y="337"/>
                </a:lnTo>
                <a:lnTo>
                  <a:pt x="4981" y="337"/>
                </a:lnTo>
                <a:lnTo>
                  <a:pt x="4981" y="337"/>
                </a:lnTo>
                <a:lnTo>
                  <a:pt x="5015" y="337"/>
                </a:lnTo>
                <a:lnTo>
                  <a:pt x="5015" y="337"/>
                </a:lnTo>
                <a:lnTo>
                  <a:pt x="5044" y="336"/>
                </a:lnTo>
                <a:lnTo>
                  <a:pt x="5044" y="336"/>
                </a:lnTo>
                <a:lnTo>
                  <a:pt x="5057" y="335"/>
                </a:lnTo>
                <a:lnTo>
                  <a:pt x="5057" y="335"/>
                </a:lnTo>
                <a:lnTo>
                  <a:pt x="5069" y="333"/>
                </a:lnTo>
                <a:lnTo>
                  <a:pt x="5069" y="333"/>
                </a:lnTo>
                <a:lnTo>
                  <a:pt x="5080" y="332"/>
                </a:lnTo>
                <a:lnTo>
                  <a:pt x="5080" y="332"/>
                </a:lnTo>
                <a:lnTo>
                  <a:pt x="5090" y="330"/>
                </a:lnTo>
                <a:lnTo>
                  <a:pt x="5090" y="330"/>
                </a:lnTo>
                <a:lnTo>
                  <a:pt x="5097" y="328"/>
                </a:lnTo>
                <a:lnTo>
                  <a:pt x="5096" y="329"/>
                </a:lnTo>
                <a:lnTo>
                  <a:pt x="5103" y="326"/>
                </a:lnTo>
                <a:lnTo>
                  <a:pt x="5103" y="327"/>
                </a:lnTo>
                <a:lnTo>
                  <a:pt x="5110" y="324"/>
                </a:lnTo>
                <a:lnTo>
                  <a:pt x="5110" y="324"/>
                </a:lnTo>
                <a:lnTo>
                  <a:pt x="5117" y="321"/>
                </a:lnTo>
                <a:lnTo>
                  <a:pt x="5116" y="321"/>
                </a:lnTo>
                <a:lnTo>
                  <a:pt x="5130" y="314"/>
                </a:lnTo>
                <a:lnTo>
                  <a:pt x="5129" y="315"/>
                </a:lnTo>
                <a:lnTo>
                  <a:pt x="5143" y="306"/>
                </a:lnTo>
                <a:lnTo>
                  <a:pt x="5143" y="306"/>
                </a:lnTo>
                <a:lnTo>
                  <a:pt x="5149" y="302"/>
                </a:lnTo>
                <a:lnTo>
                  <a:pt x="5149" y="302"/>
                </a:lnTo>
                <a:lnTo>
                  <a:pt x="5155" y="296"/>
                </a:lnTo>
                <a:lnTo>
                  <a:pt x="5155" y="297"/>
                </a:lnTo>
                <a:lnTo>
                  <a:pt x="5161" y="291"/>
                </a:lnTo>
                <a:lnTo>
                  <a:pt x="5161" y="291"/>
                </a:lnTo>
                <a:lnTo>
                  <a:pt x="5166" y="285"/>
                </a:lnTo>
                <a:lnTo>
                  <a:pt x="5166" y="285"/>
                </a:lnTo>
                <a:lnTo>
                  <a:pt x="5172" y="278"/>
                </a:lnTo>
                <a:lnTo>
                  <a:pt x="5171" y="279"/>
                </a:lnTo>
                <a:lnTo>
                  <a:pt x="5176" y="272"/>
                </a:lnTo>
                <a:lnTo>
                  <a:pt x="5176" y="272"/>
                </a:lnTo>
                <a:lnTo>
                  <a:pt x="5181" y="264"/>
                </a:lnTo>
                <a:lnTo>
                  <a:pt x="5181" y="264"/>
                </a:lnTo>
                <a:lnTo>
                  <a:pt x="5185" y="256"/>
                </a:lnTo>
                <a:lnTo>
                  <a:pt x="5185" y="257"/>
                </a:lnTo>
                <a:lnTo>
                  <a:pt x="5189" y="248"/>
                </a:lnTo>
                <a:lnTo>
                  <a:pt x="5189" y="249"/>
                </a:lnTo>
                <a:lnTo>
                  <a:pt x="5193" y="240"/>
                </a:lnTo>
                <a:lnTo>
                  <a:pt x="5193" y="240"/>
                </a:lnTo>
                <a:lnTo>
                  <a:pt x="5196" y="230"/>
                </a:lnTo>
                <a:lnTo>
                  <a:pt x="5196" y="231"/>
                </a:lnTo>
                <a:lnTo>
                  <a:pt x="5198" y="221"/>
                </a:lnTo>
                <a:lnTo>
                  <a:pt x="5198" y="221"/>
                </a:lnTo>
                <a:lnTo>
                  <a:pt x="5200" y="211"/>
                </a:lnTo>
                <a:lnTo>
                  <a:pt x="5200" y="211"/>
                </a:lnTo>
                <a:lnTo>
                  <a:pt x="5201" y="200"/>
                </a:lnTo>
                <a:lnTo>
                  <a:pt x="5201" y="200"/>
                </a:lnTo>
                <a:lnTo>
                  <a:pt x="5202" y="189"/>
                </a:lnTo>
                <a:lnTo>
                  <a:pt x="5202" y="189"/>
                </a:lnTo>
                <a:lnTo>
                  <a:pt x="5202" y="178"/>
                </a:lnTo>
                <a:lnTo>
                  <a:pt x="5202" y="178"/>
                </a:lnTo>
                <a:lnTo>
                  <a:pt x="5202" y="163"/>
                </a:lnTo>
                <a:lnTo>
                  <a:pt x="5202" y="163"/>
                </a:lnTo>
                <a:lnTo>
                  <a:pt x="5200" y="148"/>
                </a:lnTo>
                <a:lnTo>
                  <a:pt x="5200" y="149"/>
                </a:lnTo>
                <a:lnTo>
                  <a:pt x="5198" y="135"/>
                </a:lnTo>
                <a:lnTo>
                  <a:pt x="5198" y="135"/>
                </a:lnTo>
                <a:lnTo>
                  <a:pt x="5195" y="122"/>
                </a:lnTo>
                <a:lnTo>
                  <a:pt x="5195" y="123"/>
                </a:lnTo>
                <a:lnTo>
                  <a:pt x="5191" y="110"/>
                </a:lnTo>
                <a:lnTo>
                  <a:pt x="5191" y="111"/>
                </a:lnTo>
                <a:lnTo>
                  <a:pt x="5185" y="99"/>
                </a:lnTo>
                <a:lnTo>
                  <a:pt x="5186" y="99"/>
                </a:lnTo>
                <a:lnTo>
                  <a:pt x="5180" y="88"/>
                </a:lnTo>
                <a:lnTo>
                  <a:pt x="5180" y="89"/>
                </a:lnTo>
                <a:lnTo>
                  <a:pt x="5173" y="79"/>
                </a:lnTo>
                <a:lnTo>
                  <a:pt x="5173" y="79"/>
                </a:lnTo>
                <a:lnTo>
                  <a:pt x="5165" y="70"/>
                </a:lnTo>
                <a:lnTo>
                  <a:pt x="5166" y="70"/>
                </a:lnTo>
                <a:lnTo>
                  <a:pt x="5157" y="61"/>
                </a:lnTo>
                <a:lnTo>
                  <a:pt x="5158" y="62"/>
                </a:lnTo>
                <a:lnTo>
                  <a:pt x="5149" y="54"/>
                </a:lnTo>
                <a:lnTo>
                  <a:pt x="5149" y="54"/>
                </a:lnTo>
                <a:lnTo>
                  <a:pt x="5140" y="47"/>
                </a:lnTo>
                <a:lnTo>
                  <a:pt x="5140" y="48"/>
                </a:lnTo>
                <a:lnTo>
                  <a:pt x="5131" y="42"/>
                </a:lnTo>
                <a:lnTo>
                  <a:pt x="5131" y="42"/>
                </a:lnTo>
                <a:lnTo>
                  <a:pt x="5121" y="37"/>
                </a:lnTo>
                <a:lnTo>
                  <a:pt x="5121" y="37"/>
                </a:lnTo>
                <a:lnTo>
                  <a:pt x="5111" y="33"/>
                </a:lnTo>
                <a:lnTo>
                  <a:pt x="5111" y="33"/>
                </a:lnTo>
                <a:lnTo>
                  <a:pt x="5100" y="29"/>
                </a:lnTo>
                <a:lnTo>
                  <a:pt x="5101" y="30"/>
                </a:lnTo>
                <a:lnTo>
                  <a:pt x="5092" y="28"/>
                </a:lnTo>
                <a:lnTo>
                  <a:pt x="5092" y="28"/>
                </a:lnTo>
                <a:lnTo>
                  <a:pt x="5082" y="26"/>
                </a:lnTo>
                <a:lnTo>
                  <a:pt x="5082" y="26"/>
                </a:lnTo>
                <a:lnTo>
                  <a:pt x="5070" y="25"/>
                </a:lnTo>
                <a:lnTo>
                  <a:pt x="5070" y="25"/>
                </a:lnTo>
                <a:lnTo>
                  <a:pt x="5055" y="24"/>
                </a:lnTo>
                <a:lnTo>
                  <a:pt x="5055" y="24"/>
                </a:lnTo>
                <a:lnTo>
                  <a:pt x="5038" y="23"/>
                </a:lnTo>
                <a:lnTo>
                  <a:pt x="5039" y="23"/>
                </a:lnTo>
                <a:lnTo>
                  <a:pt x="5020" y="22"/>
                </a:lnTo>
                <a:lnTo>
                  <a:pt x="5020" y="22"/>
                </a:lnTo>
                <a:lnTo>
                  <a:pt x="4976" y="22"/>
                </a:lnTo>
                <a:lnTo>
                  <a:pt x="4805" y="22"/>
                </a:lnTo>
                <a:lnTo>
                  <a:pt x="4811" y="16"/>
                </a:lnTo>
                <a:lnTo>
                  <a:pt x="4811" y="541"/>
                </a:lnTo>
                <a:lnTo>
                  <a:pt x="4811" y="541"/>
                </a:lnTo>
                <a:close/>
                <a:moveTo>
                  <a:pt x="4918" y="254"/>
                </a:moveTo>
                <a:lnTo>
                  <a:pt x="4912" y="249"/>
                </a:lnTo>
                <a:lnTo>
                  <a:pt x="4970" y="249"/>
                </a:lnTo>
                <a:lnTo>
                  <a:pt x="4970" y="249"/>
                </a:lnTo>
                <a:lnTo>
                  <a:pt x="4999" y="248"/>
                </a:lnTo>
                <a:lnTo>
                  <a:pt x="4998" y="248"/>
                </a:lnTo>
                <a:lnTo>
                  <a:pt x="5011" y="248"/>
                </a:lnTo>
                <a:lnTo>
                  <a:pt x="5011" y="248"/>
                </a:lnTo>
                <a:lnTo>
                  <a:pt x="5022" y="247"/>
                </a:lnTo>
                <a:lnTo>
                  <a:pt x="5022" y="247"/>
                </a:lnTo>
                <a:lnTo>
                  <a:pt x="5031" y="246"/>
                </a:lnTo>
                <a:lnTo>
                  <a:pt x="5031" y="246"/>
                </a:lnTo>
                <a:lnTo>
                  <a:pt x="5040" y="244"/>
                </a:lnTo>
                <a:lnTo>
                  <a:pt x="5039" y="244"/>
                </a:lnTo>
                <a:lnTo>
                  <a:pt x="5047" y="242"/>
                </a:lnTo>
                <a:lnTo>
                  <a:pt x="5046" y="243"/>
                </a:lnTo>
                <a:lnTo>
                  <a:pt x="5052" y="241"/>
                </a:lnTo>
                <a:lnTo>
                  <a:pt x="5052" y="241"/>
                </a:lnTo>
                <a:lnTo>
                  <a:pt x="5057" y="239"/>
                </a:lnTo>
                <a:lnTo>
                  <a:pt x="5056" y="239"/>
                </a:lnTo>
                <a:lnTo>
                  <a:pt x="5061" y="236"/>
                </a:lnTo>
                <a:lnTo>
                  <a:pt x="5061" y="236"/>
                </a:lnTo>
                <a:lnTo>
                  <a:pt x="5065" y="233"/>
                </a:lnTo>
                <a:lnTo>
                  <a:pt x="5065" y="234"/>
                </a:lnTo>
                <a:lnTo>
                  <a:pt x="5069" y="231"/>
                </a:lnTo>
                <a:lnTo>
                  <a:pt x="5069" y="231"/>
                </a:lnTo>
                <a:lnTo>
                  <a:pt x="5073" y="227"/>
                </a:lnTo>
                <a:lnTo>
                  <a:pt x="5073" y="228"/>
                </a:lnTo>
                <a:lnTo>
                  <a:pt x="5077" y="224"/>
                </a:lnTo>
                <a:lnTo>
                  <a:pt x="5076" y="224"/>
                </a:lnTo>
                <a:lnTo>
                  <a:pt x="5080" y="220"/>
                </a:lnTo>
                <a:lnTo>
                  <a:pt x="5080" y="221"/>
                </a:lnTo>
                <a:lnTo>
                  <a:pt x="5083" y="216"/>
                </a:lnTo>
                <a:lnTo>
                  <a:pt x="5082" y="217"/>
                </a:lnTo>
                <a:lnTo>
                  <a:pt x="5085" y="212"/>
                </a:lnTo>
                <a:lnTo>
                  <a:pt x="5085" y="213"/>
                </a:lnTo>
                <a:lnTo>
                  <a:pt x="5087" y="208"/>
                </a:lnTo>
                <a:lnTo>
                  <a:pt x="5087" y="208"/>
                </a:lnTo>
                <a:lnTo>
                  <a:pt x="5089" y="204"/>
                </a:lnTo>
                <a:lnTo>
                  <a:pt x="5089" y="204"/>
                </a:lnTo>
                <a:lnTo>
                  <a:pt x="5091" y="199"/>
                </a:lnTo>
                <a:lnTo>
                  <a:pt x="5091" y="199"/>
                </a:lnTo>
                <a:lnTo>
                  <a:pt x="5092" y="194"/>
                </a:lnTo>
                <a:lnTo>
                  <a:pt x="5092" y="195"/>
                </a:lnTo>
                <a:lnTo>
                  <a:pt x="5093" y="189"/>
                </a:lnTo>
                <a:lnTo>
                  <a:pt x="5093" y="190"/>
                </a:lnTo>
                <a:lnTo>
                  <a:pt x="5093" y="184"/>
                </a:lnTo>
                <a:lnTo>
                  <a:pt x="5093" y="185"/>
                </a:lnTo>
                <a:lnTo>
                  <a:pt x="5094" y="179"/>
                </a:lnTo>
                <a:lnTo>
                  <a:pt x="5094" y="179"/>
                </a:lnTo>
                <a:lnTo>
                  <a:pt x="5093" y="172"/>
                </a:lnTo>
                <a:lnTo>
                  <a:pt x="5093" y="173"/>
                </a:lnTo>
                <a:lnTo>
                  <a:pt x="5093" y="166"/>
                </a:lnTo>
                <a:lnTo>
                  <a:pt x="5093" y="166"/>
                </a:lnTo>
                <a:lnTo>
                  <a:pt x="5091" y="160"/>
                </a:lnTo>
                <a:lnTo>
                  <a:pt x="5092" y="160"/>
                </a:lnTo>
                <a:lnTo>
                  <a:pt x="5090" y="154"/>
                </a:lnTo>
                <a:lnTo>
                  <a:pt x="5090" y="155"/>
                </a:lnTo>
                <a:lnTo>
                  <a:pt x="5087" y="149"/>
                </a:lnTo>
                <a:lnTo>
                  <a:pt x="5088" y="149"/>
                </a:lnTo>
                <a:lnTo>
                  <a:pt x="5085" y="144"/>
                </a:lnTo>
                <a:lnTo>
                  <a:pt x="5085" y="144"/>
                </a:lnTo>
                <a:lnTo>
                  <a:pt x="5082" y="139"/>
                </a:lnTo>
                <a:lnTo>
                  <a:pt x="5082" y="140"/>
                </a:lnTo>
                <a:lnTo>
                  <a:pt x="5078" y="135"/>
                </a:lnTo>
                <a:lnTo>
                  <a:pt x="5078" y="135"/>
                </a:lnTo>
                <a:lnTo>
                  <a:pt x="5074" y="131"/>
                </a:lnTo>
                <a:lnTo>
                  <a:pt x="5074" y="131"/>
                </a:lnTo>
                <a:lnTo>
                  <a:pt x="5070" y="127"/>
                </a:lnTo>
                <a:lnTo>
                  <a:pt x="5070" y="127"/>
                </a:lnTo>
                <a:lnTo>
                  <a:pt x="5065" y="124"/>
                </a:lnTo>
                <a:lnTo>
                  <a:pt x="5066" y="124"/>
                </a:lnTo>
                <a:lnTo>
                  <a:pt x="5060" y="121"/>
                </a:lnTo>
                <a:lnTo>
                  <a:pt x="5061" y="121"/>
                </a:lnTo>
                <a:lnTo>
                  <a:pt x="5055" y="118"/>
                </a:lnTo>
                <a:lnTo>
                  <a:pt x="5056" y="119"/>
                </a:lnTo>
                <a:lnTo>
                  <a:pt x="5050" y="116"/>
                </a:lnTo>
                <a:lnTo>
                  <a:pt x="5051" y="116"/>
                </a:lnTo>
                <a:lnTo>
                  <a:pt x="5045" y="115"/>
                </a:lnTo>
                <a:lnTo>
                  <a:pt x="5045" y="115"/>
                </a:lnTo>
                <a:lnTo>
                  <a:pt x="5039" y="113"/>
                </a:lnTo>
                <a:lnTo>
                  <a:pt x="5039" y="114"/>
                </a:lnTo>
                <a:lnTo>
                  <a:pt x="5027" y="112"/>
                </a:lnTo>
                <a:lnTo>
                  <a:pt x="5028" y="112"/>
                </a:lnTo>
                <a:lnTo>
                  <a:pt x="5011" y="111"/>
                </a:lnTo>
                <a:lnTo>
                  <a:pt x="5011" y="111"/>
                </a:lnTo>
                <a:lnTo>
                  <a:pt x="4990" y="110"/>
                </a:lnTo>
                <a:lnTo>
                  <a:pt x="4990" y="110"/>
                </a:lnTo>
                <a:lnTo>
                  <a:pt x="4964" y="110"/>
                </a:lnTo>
                <a:lnTo>
                  <a:pt x="4912" y="110"/>
                </a:lnTo>
                <a:lnTo>
                  <a:pt x="4918" y="104"/>
                </a:lnTo>
                <a:lnTo>
                  <a:pt x="4918" y="254"/>
                </a:lnTo>
                <a:lnTo>
                  <a:pt x="4918" y="254"/>
                </a:lnTo>
                <a:close/>
                <a:moveTo>
                  <a:pt x="4906" y="104"/>
                </a:moveTo>
                <a:lnTo>
                  <a:pt x="4907" y="103"/>
                </a:lnTo>
                <a:lnTo>
                  <a:pt x="4907" y="101"/>
                </a:lnTo>
                <a:lnTo>
                  <a:pt x="4909" y="100"/>
                </a:lnTo>
                <a:lnTo>
                  <a:pt x="4910" y="99"/>
                </a:lnTo>
                <a:lnTo>
                  <a:pt x="4912" y="99"/>
                </a:lnTo>
                <a:lnTo>
                  <a:pt x="4963" y="99"/>
                </a:lnTo>
                <a:lnTo>
                  <a:pt x="4989" y="99"/>
                </a:lnTo>
                <a:lnTo>
                  <a:pt x="4990" y="99"/>
                </a:lnTo>
                <a:lnTo>
                  <a:pt x="5011" y="100"/>
                </a:lnTo>
                <a:lnTo>
                  <a:pt x="5011" y="100"/>
                </a:lnTo>
                <a:lnTo>
                  <a:pt x="5028" y="101"/>
                </a:lnTo>
                <a:lnTo>
                  <a:pt x="5028" y="101"/>
                </a:lnTo>
                <a:lnTo>
                  <a:pt x="5040" y="103"/>
                </a:lnTo>
                <a:lnTo>
                  <a:pt x="5040" y="103"/>
                </a:lnTo>
                <a:lnTo>
                  <a:pt x="5047" y="104"/>
                </a:lnTo>
                <a:lnTo>
                  <a:pt x="5047" y="104"/>
                </a:lnTo>
                <a:lnTo>
                  <a:pt x="5053" y="106"/>
                </a:lnTo>
                <a:lnTo>
                  <a:pt x="5054" y="106"/>
                </a:lnTo>
                <a:lnTo>
                  <a:pt x="5059" y="108"/>
                </a:lnTo>
                <a:lnTo>
                  <a:pt x="5060" y="109"/>
                </a:lnTo>
                <a:lnTo>
                  <a:pt x="5065" y="111"/>
                </a:lnTo>
                <a:lnTo>
                  <a:pt x="5066" y="112"/>
                </a:lnTo>
                <a:lnTo>
                  <a:pt x="5071" y="115"/>
                </a:lnTo>
                <a:lnTo>
                  <a:pt x="5071" y="115"/>
                </a:lnTo>
                <a:lnTo>
                  <a:pt x="5076" y="119"/>
                </a:lnTo>
                <a:lnTo>
                  <a:pt x="5077" y="119"/>
                </a:lnTo>
                <a:lnTo>
                  <a:pt x="5081" y="123"/>
                </a:lnTo>
                <a:lnTo>
                  <a:pt x="5082" y="123"/>
                </a:lnTo>
                <a:lnTo>
                  <a:pt x="5086" y="128"/>
                </a:lnTo>
                <a:lnTo>
                  <a:pt x="5086" y="128"/>
                </a:lnTo>
                <a:lnTo>
                  <a:pt x="5090" y="133"/>
                </a:lnTo>
                <a:lnTo>
                  <a:pt x="5091" y="133"/>
                </a:lnTo>
                <a:lnTo>
                  <a:pt x="5094" y="139"/>
                </a:lnTo>
                <a:lnTo>
                  <a:pt x="5094" y="139"/>
                </a:lnTo>
                <a:lnTo>
                  <a:pt x="5097" y="145"/>
                </a:lnTo>
                <a:lnTo>
                  <a:pt x="5098" y="145"/>
                </a:lnTo>
                <a:lnTo>
                  <a:pt x="5100" y="151"/>
                </a:lnTo>
                <a:lnTo>
                  <a:pt x="5100" y="151"/>
                </a:lnTo>
                <a:lnTo>
                  <a:pt x="5102" y="157"/>
                </a:lnTo>
                <a:lnTo>
                  <a:pt x="5102" y="158"/>
                </a:lnTo>
                <a:lnTo>
                  <a:pt x="5103" y="164"/>
                </a:lnTo>
                <a:lnTo>
                  <a:pt x="5104" y="165"/>
                </a:lnTo>
                <a:lnTo>
                  <a:pt x="5104" y="172"/>
                </a:lnTo>
                <a:lnTo>
                  <a:pt x="5104" y="172"/>
                </a:lnTo>
                <a:lnTo>
                  <a:pt x="5105" y="179"/>
                </a:lnTo>
                <a:lnTo>
                  <a:pt x="5105" y="179"/>
                </a:lnTo>
                <a:lnTo>
                  <a:pt x="5104" y="185"/>
                </a:lnTo>
                <a:lnTo>
                  <a:pt x="5104" y="186"/>
                </a:lnTo>
                <a:lnTo>
                  <a:pt x="5104" y="191"/>
                </a:lnTo>
                <a:lnTo>
                  <a:pt x="5104" y="192"/>
                </a:lnTo>
                <a:lnTo>
                  <a:pt x="5103" y="197"/>
                </a:lnTo>
                <a:lnTo>
                  <a:pt x="5103" y="197"/>
                </a:lnTo>
                <a:lnTo>
                  <a:pt x="5101" y="203"/>
                </a:lnTo>
                <a:lnTo>
                  <a:pt x="5101" y="203"/>
                </a:lnTo>
                <a:lnTo>
                  <a:pt x="5100" y="208"/>
                </a:lnTo>
                <a:lnTo>
                  <a:pt x="5099" y="209"/>
                </a:lnTo>
                <a:lnTo>
                  <a:pt x="5097" y="213"/>
                </a:lnTo>
                <a:lnTo>
                  <a:pt x="5097" y="214"/>
                </a:lnTo>
                <a:lnTo>
                  <a:pt x="5095" y="219"/>
                </a:lnTo>
                <a:lnTo>
                  <a:pt x="5095" y="219"/>
                </a:lnTo>
                <a:lnTo>
                  <a:pt x="5092" y="224"/>
                </a:lnTo>
                <a:lnTo>
                  <a:pt x="5092" y="224"/>
                </a:lnTo>
                <a:lnTo>
                  <a:pt x="5088" y="228"/>
                </a:lnTo>
                <a:lnTo>
                  <a:pt x="5088" y="228"/>
                </a:lnTo>
                <a:lnTo>
                  <a:pt x="5085" y="232"/>
                </a:lnTo>
                <a:lnTo>
                  <a:pt x="5084" y="233"/>
                </a:lnTo>
                <a:lnTo>
                  <a:pt x="5081" y="236"/>
                </a:lnTo>
                <a:lnTo>
                  <a:pt x="5080" y="237"/>
                </a:lnTo>
                <a:lnTo>
                  <a:pt x="5076" y="240"/>
                </a:lnTo>
                <a:lnTo>
                  <a:pt x="5076" y="240"/>
                </a:lnTo>
                <a:lnTo>
                  <a:pt x="5072" y="244"/>
                </a:lnTo>
                <a:lnTo>
                  <a:pt x="5071" y="244"/>
                </a:lnTo>
                <a:lnTo>
                  <a:pt x="5067" y="247"/>
                </a:lnTo>
                <a:lnTo>
                  <a:pt x="5066" y="247"/>
                </a:lnTo>
                <a:lnTo>
                  <a:pt x="5062" y="249"/>
                </a:lnTo>
                <a:lnTo>
                  <a:pt x="5061" y="250"/>
                </a:lnTo>
                <a:lnTo>
                  <a:pt x="5056" y="252"/>
                </a:lnTo>
                <a:lnTo>
                  <a:pt x="5056" y="252"/>
                </a:lnTo>
                <a:lnTo>
                  <a:pt x="5050" y="254"/>
                </a:lnTo>
                <a:lnTo>
                  <a:pt x="5049" y="254"/>
                </a:lnTo>
                <a:lnTo>
                  <a:pt x="5042" y="256"/>
                </a:lnTo>
                <a:lnTo>
                  <a:pt x="5042" y="256"/>
                </a:lnTo>
                <a:lnTo>
                  <a:pt x="5033" y="257"/>
                </a:lnTo>
                <a:lnTo>
                  <a:pt x="5033" y="257"/>
                </a:lnTo>
                <a:lnTo>
                  <a:pt x="5023" y="258"/>
                </a:lnTo>
                <a:lnTo>
                  <a:pt x="5023" y="258"/>
                </a:lnTo>
                <a:lnTo>
                  <a:pt x="5012" y="259"/>
                </a:lnTo>
                <a:lnTo>
                  <a:pt x="5012" y="259"/>
                </a:lnTo>
                <a:lnTo>
                  <a:pt x="4999" y="260"/>
                </a:lnTo>
                <a:lnTo>
                  <a:pt x="4999" y="260"/>
                </a:lnTo>
                <a:lnTo>
                  <a:pt x="4971" y="260"/>
                </a:lnTo>
                <a:lnTo>
                  <a:pt x="4971" y="260"/>
                </a:lnTo>
                <a:lnTo>
                  <a:pt x="4913" y="260"/>
                </a:lnTo>
                <a:lnTo>
                  <a:pt x="4911" y="260"/>
                </a:lnTo>
                <a:lnTo>
                  <a:pt x="4909" y="259"/>
                </a:lnTo>
                <a:lnTo>
                  <a:pt x="4908" y="258"/>
                </a:lnTo>
                <a:lnTo>
                  <a:pt x="4907" y="257"/>
                </a:lnTo>
                <a:lnTo>
                  <a:pt x="4907" y="255"/>
                </a:lnTo>
                <a:lnTo>
                  <a:pt x="4907" y="104"/>
                </a:lnTo>
                <a:lnTo>
                  <a:pt x="4906" y="104"/>
                </a:lnTo>
                <a:close/>
                <a:moveTo>
                  <a:pt x="5320" y="16"/>
                </a:moveTo>
                <a:lnTo>
                  <a:pt x="5320" y="14"/>
                </a:lnTo>
                <a:lnTo>
                  <a:pt x="5321" y="12"/>
                </a:lnTo>
                <a:lnTo>
                  <a:pt x="5322" y="11"/>
                </a:lnTo>
                <a:lnTo>
                  <a:pt x="5324" y="10"/>
                </a:lnTo>
                <a:lnTo>
                  <a:pt x="5326" y="10"/>
                </a:lnTo>
                <a:lnTo>
                  <a:pt x="5715" y="10"/>
                </a:lnTo>
                <a:lnTo>
                  <a:pt x="5717" y="10"/>
                </a:lnTo>
                <a:lnTo>
                  <a:pt x="5719" y="11"/>
                </a:lnTo>
                <a:lnTo>
                  <a:pt x="5720" y="12"/>
                </a:lnTo>
                <a:lnTo>
                  <a:pt x="5721" y="14"/>
                </a:lnTo>
                <a:lnTo>
                  <a:pt x="5721" y="16"/>
                </a:lnTo>
                <a:lnTo>
                  <a:pt x="5721" y="104"/>
                </a:lnTo>
                <a:lnTo>
                  <a:pt x="5721" y="106"/>
                </a:lnTo>
                <a:lnTo>
                  <a:pt x="5720" y="108"/>
                </a:lnTo>
                <a:lnTo>
                  <a:pt x="5719" y="109"/>
                </a:lnTo>
                <a:lnTo>
                  <a:pt x="5717" y="110"/>
                </a:lnTo>
                <a:lnTo>
                  <a:pt x="5715" y="110"/>
                </a:lnTo>
                <a:lnTo>
                  <a:pt x="5432" y="110"/>
                </a:lnTo>
                <a:lnTo>
                  <a:pt x="5438" y="104"/>
                </a:lnTo>
                <a:lnTo>
                  <a:pt x="5438" y="221"/>
                </a:lnTo>
                <a:lnTo>
                  <a:pt x="5432" y="215"/>
                </a:lnTo>
                <a:lnTo>
                  <a:pt x="5696" y="215"/>
                </a:lnTo>
                <a:lnTo>
                  <a:pt x="5697" y="216"/>
                </a:lnTo>
                <a:lnTo>
                  <a:pt x="5699" y="216"/>
                </a:lnTo>
                <a:lnTo>
                  <a:pt x="5700" y="217"/>
                </a:lnTo>
                <a:lnTo>
                  <a:pt x="5701" y="219"/>
                </a:lnTo>
                <a:lnTo>
                  <a:pt x="5701" y="221"/>
                </a:lnTo>
                <a:lnTo>
                  <a:pt x="5701" y="310"/>
                </a:lnTo>
                <a:lnTo>
                  <a:pt x="5701" y="312"/>
                </a:lnTo>
                <a:lnTo>
                  <a:pt x="5700" y="313"/>
                </a:lnTo>
                <a:lnTo>
                  <a:pt x="5699" y="314"/>
                </a:lnTo>
                <a:lnTo>
                  <a:pt x="5697" y="315"/>
                </a:lnTo>
                <a:lnTo>
                  <a:pt x="5695" y="315"/>
                </a:lnTo>
                <a:lnTo>
                  <a:pt x="5432" y="315"/>
                </a:lnTo>
                <a:lnTo>
                  <a:pt x="5438" y="310"/>
                </a:lnTo>
                <a:lnTo>
                  <a:pt x="5438" y="453"/>
                </a:lnTo>
                <a:lnTo>
                  <a:pt x="5432" y="447"/>
                </a:lnTo>
                <a:lnTo>
                  <a:pt x="5725" y="447"/>
                </a:lnTo>
                <a:lnTo>
                  <a:pt x="5727" y="447"/>
                </a:lnTo>
                <a:lnTo>
                  <a:pt x="5729" y="448"/>
                </a:lnTo>
                <a:lnTo>
                  <a:pt x="5730" y="449"/>
                </a:lnTo>
                <a:lnTo>
                  <a:pt x="5731" y="451"/>
                </a:lnTo>
                <a:lnTo>
                  <a:pt x="5731" y="453"/>
                </a:lnTo>
                <a:lnTo>
                  <a:pt x="5731" y="541"/>
                </a:lnTo>
                <a:lnTo>
                  <a:pt x="5731" y="543"/>
                </a:lnTo>
                <a:lnTo>
                  <a:pt x="5730" y="545"/>
                </a:lnTo>
                <a:lnTo>
                  <a:pt x="5729" y="546"/>
                </a:lnTo>
                <a:lnTo>
                  <a:pt x="5727" y="547"/>
                </a:lnTo>
                <a:lnTo>
                  <a:pt x="5725" y="547"/>
                </a:lnTo>
                <a:lnTo>
                  <a:pt x="5326" y="547"/>
                </a:lnTo>
                <a:lnTo>
                  <a:pt x="5324" y="547"/>
                </a:lnTo>
                <a:lnTo>
                  <a:pt x="5322" y="546"/>
                </a:lnTo>
                <a:lnTo>
                  <a:pt x="5321" y="545"/>
                </a:lnTo>
                <a:lnTo>
                  <a:pt x="5320" y="543"/>
                </a:lnTo>
                <a:lnTo>
                  <a:pt x="5320" y="541"/>
                </a:lnTo>
                <a:lnTo>
                  <a:pt x="5320" y="16"/>
                </a:lnTo>
                <a:close/>
                <a:moveTo>
                  <a:pt x="5331" y="541"/>
                </a:moveTo>
                <a:lnTo>
                  <a:pt x="5326" y="536"/>
                </a:lnTo>
                <a:lnTo>
                  <a:pt x="5725" y="536"/>
                </a:lnTo>
                <a:lnTo>
                  <a:pt x="5720" y="541"/>
                </a:lnTo>
                <a:lnTo>
                  <a:pt x="5720" y="453"/>
                </a:lnTo>
                <a:lnTo>
                  <a:pt x="5725" y="458"/>
                </a:lnTo>
                <a:lnTo>
                  <a:pt x="5432" y="458"/>
                </a:lnTo>
                <a:lnTo>
                  <a:pt x="5430" y="458"/>
                </a:lnTo>
                <a:lnTo>
                  <a:pt x="5429" y="457"/>
                </a:lnTo>
                <a:lnTo>
                  <a:pt x="5427" y="456"/>
                </a:lnTo>
                <a:lnTo>
                  <a:pt x="5427" y="454"/>
                </a:lnTo>
                <a:lnTo>
                  <a:pt x="5426" y="453"/>
                </a:lnTo>
                <a:lnTo>
                  <a:pt x="5426" y="310"/>
                </a:lnTo>
                <a:lnTo>
                  <a:pt x="5427" y="308"/>
                </a:lnTo>
                <a:lnTo>
                  <a:pt x="5427" y="306"/>
                </a:lnTo>
                <a:lnTo>
                  <a:pt x="5429" y="305"/>
                </a:lnTo>
                <a:lnTo>
                  <a:pt x="5430" y="304"/>
                </a:lnTo>
                <a:lnTo>
                  <a:pt x="5432" y="304"/>
                </a:lnTo>
                <a:lnTo>
                  <a:pt x="5695" y="304"/>
                </a:lnTo>
                <a:lnTo>
                  <a:pt x="5690" y="310"/>
                </a:lnTo>
                <a:lnTo>
                  <a:pt x="5690" y="221"/>
                </a:lnTo>
                <a:lnTo>
                  <a:pt x="5695" y="226"/>
                </a:lnTo>
                <a:lnTo>
                  <a:pt x="5432" y="226"/>
                </a:lnTo>
                <a:lnTo>
                  <a:pt x="5430" y="226"/>
                </a:lnTo>
                <a:lnTo>
                  <a:pt x="5429" y="225"/>
                </a:lnTo>
                <a:lnTo>
                  <a:pt x="5427" y="224"/>
                </a:lnTo>
                <a:lnTo>
                  <a:pt x="5427" y="223"/>
                </a:lnTo>
                <a:lnTo>
                  <a:pt x="5426" y="221"/>
                </a:lnTo>
                <a:lnTo>
                  <a:pt x="5426" y="104"/>
                </a:lnTo>
                <a:lnTo>
                  <a:pt x="5427" y="103"/>
                </a:lnTo>
                <a:lnTo>
                  <a:pt x="5427" y="101"/>
                </a:lnTo>
                <a:lnTo>
                  <a:pt x="5429" y="100"/>
                </a:lnTo>
                <a:lnTo>
                  <a:pt x="5430" y="99"/>
                </a:lnTo>
                <a:lnTo>
                  <a:pt x="5432" y="99"/>
                </a:lnTo>
                <a:lnTo>
                  <a:pt x="5715" y="99"/>
                </a:lnTo>
                <a:lnTo>
                  <a:pt x="5710" y="104"/>
                </a:lnTo>
                <a:lnTo>
                  <a:pt x="5710" y="16"/>
                </a:lnTo>
                <a:lnTo>
                  <a:pt x="5715" y="21"/>
                </a:lnTo>
                <a:lnTo>
                  <a:pt x="5326" y="21"/>
                </a:lnTo>
                <a:lnTo>
                  <a:pt x="5331" y="16"/>
                </a:lnTo>
                <a:lnTo>
                  <a:pt x="5331" y="541"/>
                </a:lnTo>
                <a:lnTo>
                  <a:pt x="5331" y="541"/>
                </a:lnTo>
                <a:close/>
              </a:path>
            </a:pathLst>
          </a:custGeom>
          <a:solidFill>
            <a:srgbClr val="FFFFFF">
              <a:alpha val="45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350">
              <a:solidFill>
                <a:schemeClr val="tx1">
                  <a:alpha val="4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3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4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4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6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6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8"/>
</p:tagLst>
</file>

<file path=ppt/tags/tag7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5204"/>
</p:tagLst>
</file>

<file path=ppt/tags/tag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5204"/>
</p:tagLst>
</file>

<file path=ppt/tags/tag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204"/>
  <p:tag name="KSO_WM_TEMPLATE_CATEGORY" val="custom"/>
  <p:tag name="KSO_WM_TEMPLATE_MASTER_TYPE" val="0"/>
</p:tagLst>
</file>

<file path=ppt/tags/tag91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2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3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4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5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6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7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8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99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0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1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2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3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4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5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6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7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8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09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0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1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2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3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4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5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6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7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8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19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20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21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22.xml><?xml version="1.0" encoding="utf-8"?>
<p:tagLst xmlns:p="http://schemas.openxmlformats.org/presentationml/2006/main">
  <p:tag name="KSO_WM_DIAGRAM_VIRTUALLY_FRAME" val="{&quot;height&quot;:297.36,&quot;left&quot;:43.2,&quot;top&quot;:99.36,&quot;width&quot;:439.2}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204_9*a*1"/>
  <p:tag name="KSO_WM_UNIT_ISNUMDGMTITLE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  <p:tag name="KSO_WM_UNIT_ISCONTENTSTITLE" val="0"/>
  <p:tag name="KSO_WM_UNIT_TEXT_TYPE" val="0"/>
  <p:tag name="KSO_WM_UNIT_NOCLEAR" val="0"/>
  <p:tag name="KSO_WM_UNIT_PRESET_TEXT" val="感谢您的观看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custom40495204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204"/>
  <p:tag name="KSO_WM_TEMPLATE_CATEGORY" val="custom"/>
</p:tagLst>
</file>

<file path=ppt/tags/tag125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5204"/>
  <p:tag name="KSO_WM_TEMPLATE_CATEGORY" val="custom"/>
  <p:tag name="KSO_WM_SLIDE_INDEX" val="9"/>
  <p:tag name="KSO_WM_SLIDE_ID" val="custom40495204_9"/>
  <p:tag name="KSO_WM_TEMPLATE_MASTER_TYPE" val="0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98">
      <a:dk1>
        <a:srgbClr val="000000"/>
      </a:dk1>
      <a:lt1>
        <a:srgbClr val="FFFFFF"/>
      </a:lt1>
      <a:dk2>
        <a:srgbClr val="06132C"/>
      </a:dk2>
      <a:lt2>
        <a:srgbClr val="F5F7FF"/>
      </a:lt2>
      <a:accent1>
        <a:srgbClr val="696CFF"/>
      </a:accent1>
      <a:accent2>
        <a:srgbClr val="6580F4"/>
      </a:accent2>
      <a:accent3>
        <a:srgbClr val="4C99EA"/>
      </a:accent3>
      <a:accent4>
        <a:srgbClr val="32B2E0"/>
      </a:accent4>
      <a:accent5>
        <a:srgbClr val="19CBD6"/>
      </a:accent5>
      <a:accent6>
        <a:srgbClr val="00E4CC"/>
      </a:accent6>
      <a:hlink>
        <a:srgbClr val="304FFE"/>
      </a:hlink>
      <a:folHlink>
        <a:srgbClr val="492067"/>
      </a:folHlink>
    </a:clrScheme>
    <a:fontScheme name="科技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3211</Words>
  <Application>WPS 演示</Application>
  <PresentationFormat>On-screen Show (16:9)</PresentationFormat>
  <Paragraphs>492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MiSans Normal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感谢您的观看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无名氏</cp:lastModifiedBy>
  <cp:revision>2</cp:revision>
  <dcterms:created xsi:type="dcterms:W3CDTF">2026-06-10T12:19:00Z</dcterms:created>
  <dcterms:modified xsi:type="dcterms:W3CDTF">2026-06-16T12:31:39Z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AE8932E42F314435BF3EB45E3CC82BBB_12</vt:lpwstr>
  </property>
</Properties>
</file>